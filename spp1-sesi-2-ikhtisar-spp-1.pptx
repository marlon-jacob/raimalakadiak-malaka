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4"/>
    <p:sldMasterId id="2147483743" r:id="rId5"/>
    <p:sldMasterId id="2147483744" r:id="rId6"/>
    <p:sldMasterId id="214748374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y="6858000" cx="12192000"/>
  <p:notesSz cx="7010400" cy="9296400"/>
  <p:embeddedFontLst>
    <p:embeddedFont>
      <p:font typeface="Averag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Average-regular.fntdata"/><Relationship Id="rId25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0" type="dt"/>
          </p:nvPr>
        </p:nvSpPr>
        <p:spPr>
          <a:xfrm>
            <a:off x="3970938" y="0"/>
            <a:ext cx="3037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866423" y="464820"/>
            <a:ext cx="5277554" cy="296862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701040" y="3670300"/>
            <a:ext cx="5608320" cy="5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2" type="sldNum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9b6ffbcc07_0_162:notes"/>
          <p:cNvSpPr/>
          <p:nvPr>
            <p:ph idx="2" type="sldImg"/>
          </p:nvPr>
        </p:nvSpPr>
        <p:spPr>
          <a:xfrm>
            <a:off x="866775" y="465138"/>
            <a:ext cx="5277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29b6ffbcc07_0_162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74" name="Google Shape;574;g29b6ffbcc07_0_162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9b6ffbcc07_0_755:notes"/>
          <p:cNvSpPr txBox="1"/>
          <p:nvPr>
            <p:ph idx="1" type="body"/>
          </p:nvPr>
        </p:nvSpPr>
        <p:spPr>
          <a:xfrm>
            <a:off x="701042" y="3670305"/>
            <a:ext cx="5608200" cy="52704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/>
              <a:t>Fasilitator menyampaikan 3 tujuan sesi </a:t>
            </a:r>
            <a:br>
              <a:rPr lang="en-US"/>
            </a:br>
            <a:endParaRPr/>
          </a:p>
        </p:txBody>
      </p:sp>
      <p:sp>
        <p:nvSpPr>
          <p:cNvPr id="583" name="Google Shape;583;g29b6ffbcc07_0_755:notes"/>
          <p:cNvSpPr/>
          <p:nvPr>
            <p:ph idx="2" type="sldImg"/>
          </p:nvPr>
        </p:nvSpPr>
        <p:spPr>
          <a:xfrm>
            <a:off x="601219" y="464598"/>
            <a:ext cx="5808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6cc40d998d_0_0:notes"/>
          <p:cNvSpPr/>
          <p:nvPr>
            <p:ph idx="2" type="sldImg"/>
          </p:nvPr>
        </p:nvSpPr>
        <p:spPr>
          <a:xfrm>
            <a:off x="866423" y="464820"/>
            <a:ext cx="52776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6cc40d998d_0_0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Fasilitator meminta peserta untuk menuliskan jawabannya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Fasilitator meminta perwakilan peserta untuk membacakan jawabannya</a:t>
            </a:r>
            <a:endParaRPr/>
          </a:p>
        </p:txBody>
      </p:sp>
      <p:sp>
        <p:nvSpPr>
          <p:cNvPr id="595" name="Google Shape;595;g26cc40d998d_0_0:notes"/>
          <p:cNvSpPr txBox="1"/>
          <p:nvPr>
            <p:ph idx="12" type="sldNum"/>
          </p:nvPr>
        </p:nvSpPr>
        <p:spPr>
          <a:xfrm>
            <a:off x="3970938" y="8829967"/>
            <a:ext cx="3037800" cy="4647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9b71885f2f_1_462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Walaupun ada beberapa peran Fasilitaor Kabupaten dalam program STIR pada awal ini, fokus akan pada 3 hal utama yaitu: Fasilitasi, Pendampingan, dan Koordinasi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03" name="Google Shape;603;g29b71885f2f_1_462:notes"/>
          <p:cNvSpPr/>
          <p:nvPr>
            <p:ph idx="2" type="sldImg"/>
          </p:nvPr>
        </p:nvSpPr>
        <p:spPr>
          <a:xfrm>
            <a:off x="866775" y="465138"/>
            <a:ext cx="5277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9b7cdd695f_0_341:notes"/>
          <p:cNvSpPr/>
          <p:nvPr>
            <p:ph idx="2" type="sldImg"/>
          </p:nvPr>
        </p:nvSpPr>
        <p:spPr>
          <a:xfrm>
            <a:off x="389773" y="697230"/>
            <a:ext cx="62316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9b7cdd695f_0_341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menyampaikan peran utama Fasilitator Daerah (STIR) yaitu mengawali pelatihan di Forum Fasilitator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menyampaikan peran utama Fasilitator Kota/ Kabupaten: FASILITASI PELATIHAN PENGAWAS SEKOLAH, PENDAMPINGAN, DAN KOORDINASI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Salindia “Koordinasi” ada di selanjutnya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6188280037_0_196:notes"/>
          <p:cNvSpPr txBox="1"/>
          <p:nvPr>
            <p:ph idx="1" type="body"/>
          </p:nvPr>
        </p:nvSpPr>
        <p:spPr>
          <a:xfrm>
            <a:off x="701042" y="3670305"/>
            <a:ext cx="5608200" cy="52704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/>
              <a:t>Fasilitator cek pemahaman untuk peran Fasilitator Kabupaten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/>
              <a:t>Ingatkan akan 3 hal: Fasilitasi, Pendampingan dan Koordinasi </a:t>
            </a:r>
            <a:endParaRPr/>
          </a:p>
        </p:txBody>
      </p:sp>
      <p:sp>
        <p:nvSpPr>
          <p:cNvPr id="615" name="Google Shape;615;g26188280037_0_196:notes"/>
          <p:cNvSpPr/>
          <p:nvPr>
            <p:ph idx="2" type="sldImg"/>
          </p:nvPr>
        </p:nvSpPr>
        <p:spPr>
          <a:xfrm>
            <a:off x="601219" y="464598"/>
            <a:ext cx="5808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9b79fa28ef_0_4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27" name="Google Shape;627;g29b79fa28ef_0_4:notes"/>
          <p:cNvSpPr/>
          <p:nvPr>
            <p:ph idx="2" type="sldImg"/>
          </p:nvPr>
        </p:nvSpPr>
        <p:spPr>
          <a:xfrm>
            <a:off x="866775" y="465138"/>
            <a:ext cx="5277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b7cdd695f_0_366:notes"/>
          <p:cNvSpPr/>
          <p:nvPr>
            <p:ph idx="2" type="sldImg"/>
          </p:nvPr>
        </p:nvSpPr>
        <p:spPr>
          <a:xfrm>
            <a:off x="389773" y="697230"/>
            <a:ext cx="62316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b7cdd695f_0_366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menegaskan bahwa peran utama pengawas kepada kepala sekolah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9d322f3255_0_0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29d322f3255_0_0:notes"/>
          <p:cNvSpPr/>
          <p:nvPr>
            <p:ph idx="2" type="sldImg"/>
          </p:nvPr>
        </p:nvSpPr>
        <p:spPr>
          <a:xfrm>
            <a:off x="866423" y="464820"/>
            <a:ext cx="52776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6188280037_0_207:notes"/>
          <p:cNvSpPr txBox="1"/>
          <p:nvPr>
            <p:ph idx="1" type="body"/>
          </p:nvPr>
        </p:nvSpPr>
        <p:spPr>
          <a:xfrm>
            <a:off x="701042" y="3670305"/>
            <a:ext cx="5608200" cy="52704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/>
              <a:t>Fasilitator menyampaikan 3 tujuan sesi </a:t>
            </a:r>
            <a:endParaRPr/>
          </a:p>
        </p:txBody>
      </p:sp>
      <p:sp>
        <p:nvSpPr>
          <p:cNvPr id="646" name="Google Shape;646;g26188280037_0_207:notes"/>
          <p:cNvSpPr/>
          <p:nvPr>
            <p:ph idx="2" type="sldImg"/>
          </p:nvPr>
        </p:nvSpPr>
        <p:spPr>
          <a:xfrm>
            <a:off x="601219" y="464598"/>
            <a:ext cx="5808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9b79fa28ef_0_8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menyampaikan tema SPP 1 yaitu Pola Pikir Berkembang </a:t>
            </a:r>
            <a:endParaRPr/>
          </a:p>
        </p:txBody>
      </p:sp>
      <p:sp>
        <p:nvSpPr>
          <p:cNvPr id="659" name="Google Shape;659;g29b79fa28ef_0_8:notes"/>
          <p:cNvSpPr/>
          <p:nvPr>
            <p:ph idx="2" type="sldImg"/>
          </p:nvPr>
        </p:nvSpPr>
        <p:spPr>
          <a:xfrm>
            <a:off x="866775" y="465138"/>
            <a:ext cx="5277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9b7cdd695f_0_372:notes"/>
          <p:cNvSpPr/>
          <p:nvPr>
            <p:ph idx="2" type="sldImg"/>
          </p:nvPr>
        </p:nvSpPr>
        <p:spPr>
          <a:xfrm>
            <a:off x="389773" y="697230"/>
            <a:ext cx="62316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9b7cdd695f_0_372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mengajak peserta untuk berdiskusi dengan rekan sejawat mengenai 3 pertanyaan di atas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mengundang 3 perwakilan, satu untuk setiap pertanyaan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memberikan rangkuman jawaban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6188280037_0_179:notes"/>
          <p:cNvSpPr/>
          <p:nvPr>
            <p:ph idx="2" type="sldImg"/>
          </p:nvPr>
        </p:nvSpPr>
        <p:spPr>
          <a:xfrm>
            <a:off x="389773" y="697230"/>
            <a:ext cx="62316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6188280037_0_179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/>
              <a:t>Fasilitator memberi gambaran singkat fokus kecakapan untuk Pengawas Sekolah, Kepala Sekolah, dan Guru di SPP 1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9d322f3255_0_140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29d322f3255_0_140:notes"/>
          <p:cNvSpPr/>
          <p:nvPr>
            <p:ph idx="2" type="sldImg"/>
          </p:nvPr>
        </p:nvSpPr>
        <p:spPr>
          <a:xfrm>
            <a:off x="866423" y="464820"/>
            <a:ext cx="52776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6188280037_0_219:notes"/>
          <p:cNvSpPr txBox="1"/>
          <p:nvPr>
            <p:ph idx="1" type="body"/>
          </p:nvPr>
        </p:nvSpPr>
        <p:spPr>
          <a:xfrm>
            <a:off x="701042" y="3670305"/>
            <a:ext cx="5608200" cy="52704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/>
              <a:t>Fasilitator menyampaikan 3 tujuan sesi </a:t>
            </a:r>
            <a:endParaRPr/>
          </a:p>
        </p:txBody>
      </p:sp>
      <p:sp>
        <p:nvSpPr>
          <p:cNvPr id="687" name="Google Shape;687;g26188280037_0_219:notes"/>
          <p:cNvSpPr/>
          <p:nvPr>
            <p:ph idx="2" type="sldImg"/>
          </p:nvPr>
        </p:nvSpPr>
        <p:spPr>
          <a:xfrm>
            <a:off x="601219" y="464598"/>
            <a:ext cx="5808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ff2bd5c67c_0_0:notes"/>
          <p:cNvSpPr/>
          <p:nvPr>
            <p:ph idx="2" type="sldImg"/>
          </p:nvPr>
        </p:nvSpPr>
        <p:spPr>
          <a:xfrm>
            <a:off x="389773" y="697230"/>
            <a:ext cx="62316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ff2bd5c67c_0_0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Fasda akan membantu membagikan link asesmen awal ke whatsapp group peserta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9b71885f2f_2_461:notes"/>
          <p:cNvSpPr txBox="1"/>
          <p:nvPr>
            <p:ph idx="1" type="body"/>
          </p:nvPr>
        </p:nvSpPr>
        <p:spPr>
          <a:xfrm>
            <a:off x="701040" y="3670300"/>
            <a:ext cx="5608200" cy="5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20" name="Google Shape;720;g29b71885f2f_2_461:notes"/>
          <p:cNvSpPr/>
          <p:nvPr>
            <p:ph idx="2" type="sldImg"/>
          </p:nvPr>
        </p:nvSpPr>
        <p:spPr>
          <a:xfrm>
            <a:off x="866775" y="465138"/>
            <a:ext cx="5277000" cy="296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3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9.png"/><Relationship Id="rId3" Type="http://schemas.openxmlformats.org/officeDocument/2006/relationships/image" Target="../media/image5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3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">
  <p:cSld name="Standard 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609600" y="1600200"/>
            <a:ext cx="10972800" cy="4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Slide_Logo Slide" showMasterSp="0">
  <p:cSld name="Theme Slide_Logo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4506" y="3323168"/>
            <a:ext cx="443593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658" y="762001"/>
            <a:ext cx="2055441" cy="108584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609600" y="3540406"/>
            <a:ext cx="744260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Source Sans Pro"/>
              <a:buNone/>
              <a:defRPr sz="6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09600" y="4683406"/>
            <a:ext cx="74426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">
  <p:cSld name="Subtitle 2 colum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609600" y="1949590"/>
            <a:ext cx="5384800" cy="412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6197600" y="1949590"/>
            <a:ext cx="5384800" cy="412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3" type="body"/>
          </p:nvPr>
        </p:nvSpPr>
        <p:spPr>
          <a:xfrm>
            <a:off x="609600" y="1386968"/>
            <a:ext cx="10972800" cy="5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 opt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09599" y="1670328"/>
            <a:ext cx="5386917" cy="3693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09600" y="2174875"/>
            <a:ext cx="5386917" cy="376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6193368" y="1670328"/>
            <a:ext cx="5389033" cy="3693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6193368" y="2174875"/>
            <a:ext cx="5389033" cy="376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Light Teal" showMasterSp="0">
  <p:cSld name="Breaker Light Teal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1459547" y="3070040"/>
            <a:ext cx="4308793" cy="1668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1496694" y="4802674"/>
            <a:ext cx="5742306" cy="83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sz="2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37" name="Google Shape;3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11" y="1216644"/>
            <a:ext cx="3508149" cy="52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Dark Teal" showMasterSp="0">
  <p:cSld name="Breaker Dark Teal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1422401" y="2818580"/>
            <a:ext cx="4544060" cy="1668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459546" y="4764574"/>
            <a:ext cx="6610033" cy="83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sz="2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43" name="Google Shape;4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326349" y="1644014"/>
            <a:ext cx="3046535" cy="132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with image" showMasterSp="0">
  <p:cSld name="Breaker with imag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8"/>
          <p:cNvSpPr/>
          <p:nvPr/>
        </p:nvSpPr>
        <p:spPr>
          <a:xfrm>
            <a:off x="453387" y="451413"/>
            <a:ext cx="11285226" cy="5955173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1331" y="447406"/>
            <a:ext cx="3445398" cy="596318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/>
          <p:nvPr>
            <p:ph idx="1" type="body"/>
          </p:nvPr>
        </p:nvSpPr>
        <p:spPr>
          <a:xfrm>
            <a:off x="8663041" y="1875473"/>
            <a:ext cx="2584080" cy="3387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 i="1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8663041" y="5433061"/>
            <a:ext cx="258408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8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">
  <p:cSld name="Text_Half Imag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609600" y="283464"/>
            <a:ext cx="4998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609600" y="1600200"/>
            <a:ext cx="499872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944427" y="5033963"/>
            <a:ext cx="2927985" cy="44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Full Imag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>
            <p:ph idx="2" type="pic"/>
          </p:nvPr>
        </p:nvSpPr>
        <p:spPr>
          <a:xfrm>
            <a:off x="-2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/>
        </p:nvSpPr>
        <p:spPr>
          <a:xfrm>
            <a:off x="2" y="4288420"/>
            <a:ext cx="12191999" cy="25695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741681" y="4453291"/>
            <a:ext cx="3754817" cy="173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 b="1" sz="3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4867420" y="4453290"/>
            <a:ext cx="7031355" cy="2109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62" name="Google Shape;6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3820139" y="491205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 Opt2">
  <p:cSld name="Text_Half Image Opt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6591300" y="304800"/>
            <a:ext cx="51663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591300" y="1600200"/>
            <a:ext cx="516636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68" name="Google Shape;6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993619" y="95727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only">
  <p:cSld name="Title and Subtitle 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609600" y="1386968"/>
            <a:ext cx="10972800" cy="5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Chart">
  <p:cSld name="Text and Char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6212840" y="1869440"/>
            <a:ext cx="5979160" cy="305974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4" name="Google Shape;74;p13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609600" y="5259347"/>
            <a:ext cx="5678310" cy="749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2" type="body"/>
          </p:nvPr>
        </p:nvSpPr>
        <p:spPr>
          <a:xfrm>
            <a:off x="6212840" y="1921407"/>
            <a:ext cx="5979160" cy="425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/>
          <p:nvPr>
            <p:ph idx="3" type="chart"/>
          </p:nvPr>
        </p:nvSpPr>
        <p:spPr>
          <a:xfrm>
            <a:off x="6212840" y="2346961"/>
            <a:ext cx="5979160" cy="257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4" type="body"/>
          </p:nvPr>
        </p:nvSpPr>
        <p:spPr>
          <a:xfrm>
            <a:off x="609600" y="1869440"/>
            <a:ext cx="5486400" cy="3059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9" name="Google Shape;79;p13"/>
          <p:cNvCxnSpPr/>
          <p:nvPr/>
        </p:nvCxnSpPr>
        <p:spPr>
          <a:xfrm>
            <a:off x="6212840" y="1869440"/>
            <a:ext cx="597916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harts">
  <p:cSld name="Two Char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6212840" y="1869440"/>
            <a:ext cx="5979160" cy="305974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0" y="1869440"/>
            <a:ext cx="5979160" cy="305974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609600" y="5259347"/>
            <a:ext cx="5678310" cy="749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2" type="body"/>
          </p:nvPr>
        </p:nvSpPr>
        <p:spPr>
          <a:xfrm>
            <a:off x="6212840" y="1921407"/>
            <a:ext cx="5979160" cy="425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3" type="body"/>
          </p:nvPr>
        </p:nvSpPr>
        <p:spPr>
          <a:xfrm>
            <a:off x="-5080" y="1921407"/>
            <a:ext cx="5979160" cy="425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4"/>
          <p:cNvSpPr/>
          <p:nvPr>
            <p:ph idx="4" type="chart"/>
          </p:nvPr>
        </p:nvSpPr>
        <p:spPr>
          <a:xfrm>
            <a:off x="1" y="2346961"/>
            <a:ext cx="5984240" cy="257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8" name="Google Shape;88;p14"/>
          <p:cNvSpPr/>
          <p:nvPr>
            <p:ph idx="5" type="chart"/>
          </p:nvPr>
        </p:nvSpPr>
        <p:spPr>
          <a:xfrm>
            <a:off x="6212840" y="2346961"/>
            <a:ext cx="5979160" cy="2570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89" name="Google Shape;89;p14"/>
          <p:cNvCxnSpPr/>
          <p:nvPr/>
        </p:nvCxnSpPr>
        <p:spPr>
          <a:xfrm>
            <a:off x="6212840" y="1869440"/>
            <a:ext cx="597916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5081" y="1869440"/>
            <a:ext cx="597916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eal Key Point" showMasterSp="0">
  <p:cSld name="Dark Teal Key Point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1150621" y="3009659"/>
            <a:ext cx="9890760" cy="83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type="title"/>
          </p:nvPr>
        </p:nvSpPr>
        <p:spPr>
          <a:xfrm>
            <a:off x="4147933" y="1436807"/>
            <a:ext cx="3883548" cy="125012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close up of a sign&#10;&#10;Description automatically generated" id="94" name="Google Shape;9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5"/>
          <p:cNvGrpSpPr/>
          <p:nvPr/>
        </p:nvGrpSpPr>
        <p:grpSpPr>
          <a:xfrm>
            <a:off x="470967" y="3300785"/>
            <a:ext cx="679652" cy="3059834"/>
            <a:chOff x="549074" y="2623335"/>
            <a:chExt cx="838682" cy="3775795"/>
          </a:xfrm>
        </p:grpSpPr>
        <p:pic>
          <p:nvPicPr>
            <p:cNvPr id="96" name="Google Shape;9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5012079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3171704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eal Key Point" showMasterSp="0">
  <p:cSld name="Light Teal Key Point">
    <p:bg>
      <p:bgPr>
        <a:solidFill>
          <a:schemeClr val="lt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1150621" y="3009659"/>
            <a:ext cx="9890760" cy="83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4147933" y="1436807"/>
            <a:ext cx="3883548" cy="12501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close up of a sign&#10;&#10;Description automatically generated" id="101" name="Google Shape;10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1656" y="1016622"/>
            <a:ext cx="1868690" cy="4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5814060" y="0"/>
            <a:ext cx="3131820" cy="337561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9060180" y="0"/>
            <a:ext cx="3131820" cy="33756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814060" y="3482386"/>
            <a:ext cx="3131820" cy="3375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9060180" y="3482386"/>
            <a:ext cx="3131820" cy="33756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0" y="0"/>
            <a:ext cx="581406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609600" y="851624"/>
            <a:ext cx="4526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09600" y="2293938"/>
            <a:ext cx="4526280" cy="3062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096000" y="1623378"/>
            <a:ext cx="2506980" cy="1462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3" type="body"/>
          </p:nvPr>
        </p:nvSpPr>
        <p:spPr>
          <a:xfrm>
            <a:off x="9319260" y="1623378"/>
            <a:ext cx="2506980" cy="1462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4" type="body"/>
          </p:nvPr>
        </p:nvSpPr>
        <p:spPr>
          <a:xfrm>
            <a:off x="6096000" y="5120958"/>
            <a:ext cx="2506980" cy="1462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5" type="body"/>
          </p:nvPr>
        </p:nvSpPr>
        <p:spPr>
          <a:xfrm>
            <a:off x="9319260" y="5120958"/>
            <a:ext cx="2506980" cy="1462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115" name="Google Shape;11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720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_Title Only">
  <p:cSld name="Standard _Title 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btitle 2 column">
  <p:cSld name="1_Subtitle 2 colum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609600" y="2849739"/>
            <a:ext cx="3383280" cy="292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1" name="Google Shape;121;p19"/>
          <p:cNvSpPr txBox="1"/>
          <p:nvPr>
            <p:ph idx="2" type="body"/>
          </p:nvPr>
        </p:nvSpPr>
        <p:spPr>
          <a:xfrm>
            <a:off x="4385469" y="2849880"/>
            <a:ext cx="3383280" cy="292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2" name="Google Shape;122;p19"/>
          <p:cNvSpPr txBox="1"/>
          <p:nvPr>
            <p:ph idx="3" type="body"/>
          </p:nvPr>
        </p:nvSpPr>
        <p:spPr>
          <a:xfrm>
            <a:off x="609600" y="2199535"/>
            <a:ext cx="3383280" cy="4598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p19"/>
          <p:cNvSpPr txBox="1"/>
          <p:nvPr>
            <p:ph idx="4" type="body"/>
          </p:nvPr>
        </p:nvSpPr>
        <p:spPr>
          <a:xfrm>
            <a:off x="4385469" y="2199676"/>
            <a:ext cx="3383280" cy="4598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4" name="Google Shape;124;p19"/>
          <p:cNvSpPr txBox="1"/>
          <p:nvPr>
            <p:ph idx="5" type="body"/>
          </p:nvPr>
        </p:nvSpPr>
        <p:spPr>
          <a:xfrm>
            <a:off x="8161338" y="2199555"/>
            <a:ext cx="3383280" cy="4598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25" name="Google Shape;125;p19"/>
          <p:cNvGrpSpPr/>
          <p:nvPr/>
        </p:nvGrpSpPr>
        <p:grpSpPr>
          <a:xfrm>
            <a:off x="4168140" y="1882140"/>
            <a:ext cx="3802380" cy="3891311"/>
            <a:chOff x="4168140" y="1666276"/>
            <a:chExt cx="3802380" cy="4107175"/>
          </a:xfrm>
        </p:grpSpPr>
        <p:cxnSp>
          <p:nvCxnSpPr>
            <p:cNvPr id="126" name="Google Shape;126;p19"/>
            <p:cNvCxnSpPr/>
            <p:nvPr/>
          </p:nvCxnSpPr>
          <p:spPr>
            <a:xfrm>
              <a:off x="4168140" y="1666276"/>
              <a:ext cx="0" cy="4107175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9"/>
            <p:cNvCxnSpPr/>
            <p:nvPr/>
          </p:nvCxnSpPr>
          <p:spPr>
            <a:xfrm>
              <a:off x="7970520" y="1666276"/>
              <a:ext cx="0" cy="4107175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8" name="Google Shape;128;p19"/>
          <p:cNvSpPr txBox="1"/>
          <p:nvPr>
            <p:ph idx="6" type="body"/>
          </p:nvPr>
        </p:nvSpPr>
        <p:spPr>
          <a:xfrm>
            <a:off x="8153718" y="2849880"/>
            <a:ext cx="3383280" cy="292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reaker with image" showMasterSp="0">
  <p:cSld name="1_Breaker with imag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0"/>
          <p:cNvSpPr/>
          <p:nvPr/>
        </p:nvSpPr>
        <p:spPr>
          <a:xfrm>
            <a:off x="453387" y="451413"/>
            <a:ext cx="11285226" cy="5955173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302654" y="978794"/>
            <a:ext cx="11616743" cy="6117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_w Subtitle">
  <p:cSld name="Standard Text_w Sub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609600" y="1949590"/>
            <a:ext cx="10972800" cy="412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7" name="Google Shape;137;p22"/>
          <p:cNvSpPr txBox="1"/>
          <p:nvPr>
            <p:ph idx="2" type="body"/>
          </p:nvPr>
        </p:nvSpPr>
        <p:spPr>
          <a:xfrm>
            <a:off x="609600" y="1386968"/>
            <a:ext cx="10972800" cy="5462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P">
  <p:cSld name="STOP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660400" y="1705451"/>
            <a:ext cx="10871200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0"/>
              <a:buFont typeface="Source Sans Pro"/>
              <a:buNone/>
            </a:pPr>
            <a:r>
              <a:rPr b="0" i="0" lang="en-US" sz="13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STOP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Do not use layouts that come after this slide.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are not approved for template use. 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Slide_Logo Slide" showMasterSp="0">
  <p:cSld name="Theme Slide_Logo Slid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4506" y="3323168"/>
            <a:ext cx="443593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658" y="762001"/>
            <a:ext cx="2055444" cy="108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>
            <p:ph type="title"/>
          </p:nvPr>
        </p:nvSpPr>
        <p:spPr>
          <a:xfrm>
            <a:off x="609600" y="3540406"/>
            <a:ext cx="7442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Source Sans Pro"/>
              <a:buNone/>
              <a:defRPr sz="6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609600" y="4683406"/>
            <a:ext cx="744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_Title Only">
  <p:cSld name="Standard _Title 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">
  <p:cSld name="Text_Half Image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609600" y="283464"/>
            <a:ext cx="499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609600" y="1600200"/>
            <a:ext cx="49986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944427" y="5033963"/>
            <a:ext cx="2927985" cy="44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302654" y="978794"/>
            <a:ext cx="11616600" cy="61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">
  <p:cSld name="Standard 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609600" y="1600200"/>
            <a:ext cx="10972800" cy="4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with image" showMasterSp="0">
  <p:cSld name="Breaker with imag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0"/>
          <p:cNvSpPr/>
          <p:nvPr/>
        </p:nvSpPr>
        <p:spPr>
          <a:xfrm>
            <a:off x="453387" y="451413"/>
            <a:ext cx="11285100" cy="5955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66" name="Google Shape;16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1331" y="447406"/>
            <a:ext cx="3445398" cy="596318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8663041" y="1875473"/>
            <a:ext cx="2584200" cy="3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 i="1">
                <a:solidFill>
                  <a:schemeClr val="lt1"/>
                </a:solidFill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3" type="body"/>
          </p:nvPr>
        </p:nvSpPr>
        <p:spPr>
          <a:xfrm>
            <a:off x="8663041" y="5433061"/>
            <a:ext cx="2584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r"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169" name="Google Shape;16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8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1_Blank_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/>
          <p:nvPr/>
        </p:nvSpPr>
        <p:spPr>
          <a:xfrm>
            <a:off x="302654" y="978794"/>
            <a:ext cx="11616600" cy="61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 Opt2">
  <p:cSld name="Text_Half Image Opt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6591300" y="304800"/>
            <a:ext cx="516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6591300" y="1600200"/>
            <a:ext cx="51663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32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176" name="Google Shape;17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993619" y="95727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Dark Teal" showMasterSp="0">
  <p:cSld name="Breaker Dark Teal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9" name="Google Shape;179;p33"/>
          <p:cNvSpPr txBox="1"/>
          <p:nvPr>
            <p:ph type="title"/>
          </p:nvPr>
        </p:nvSpPr>
        <p:spPr>
          <a:xfrm>
            <a:off x="1422401" y="2818580"/>
            <a:ext cx="4544100" cy="16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1459546" y="4764574"/>
            <a:ext cx="6609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sz="2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181" name="Google Shape;1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326349" y="1644014"/>
            <a:ext cx="3046535" cy="132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Light Teal" showMasterSp="0">
  <p:cSld name="Breaker Light Teal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5" name="Google Shape;185;p34"/>
          <p:cNvSpPr txBox="1"/>
          <p:nvPr>
            <p:ph type="title"/>
          </p:nvPr>
        </p:nvSpPr>
        <p:spPr>
          <a:xfrm>
            <a:off x="1459547" y="3070040"/>
            <a:ext cx="4308900" cy="16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1496694" y="4802674"/>
            <a:ext cx="5742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sz="2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187" name="Google Shape;18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11" y="1216644"/>
            <a:ext cx="3508149" cy="52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reaker with image" showMasterSp="0">
  <p:cSld name="1_Breaker with image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5"/>
          <p:cNvSpPr/>
          <p:nvPr/>
        </p:nvSpPr>
        <p:spPr>
          <a:xfrm>
            <a:off x="453387" y="451413"/>
            <a:ext cx="11285100" cy="5955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eal Key Point" showMasterSp="0">
  <p:cSld name="Light Teal Key Point">
    <p:bg>
      <p:bgPr>
        <a:solidFill>
          <a:schemeClr val="l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1150621" y="3009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type="title"/>
          </p:nvPr>
        </p:nvSpPr>
        <p:spPr>
          <a:xfrm>
            <a:off x="4147933" y="1436807"/>
            <a:ext cx="3883500" cy="12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close up of a sign&#10;&#10;Description automatically generated" id="195" name="Google Shape;19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1656" y="1016622"/>
            <a:ext cx="1868690" cy="4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eal Key Point" showMasterSp="0">
  <p:cSld name="Dark Teal Key Point">
    <p:bg>
      <p:bgPr>
        <a:solidFill>
          <a:schemeClr val="dk2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1150621" y="3009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37"/>
          <p:cNvSpPr txBox="1"/>
          <p:nvPr>
            <p:ph type="title"/>
          </p:nvPr>
        </p:nvSpPr>
        <p:spPr>
          <a:xfrm>
            <a:off x="4147933" y="1436807"/>
            <a:ext cx="3883500" cy="12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close up of a sign&#10;&#10;Description automatically generated" id="200" name="Google Shape;20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37"/>
          <p:cNvGrpSpPr/>
          <p:nvPr/>
        </p:nvGrpSpPr>
        <p:grpSpPr>
          <a:xfrm>
            <a:off x="470977" y="3300834"/>
            <a:ext cx="679668" cy="3059904"/>
            <a:chOff x="549074" y="2623335"/>
            <a:chExt cx="838682" cy="3775795"/>
          </a:xfrm>
        </p:grpSpPr>
        <p:pic>
          <p:nvPicPr>
            <p:cNvPr id="202" name="Google Shape;202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5012079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3171704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_w Subtitle">
  <p:cSld name="Standard Text_w Subtitle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609600" y="1949590"/>
            <a:ext cx="109728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07" name="Google Shape;207;p38"/>
          <p:cNvSpPr txBox="1"/>
          <p:nvPr>
            <p:ph idx="2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only">
  <p:cSld name="Title and Subtitle only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Full Imag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/>
          <p:nvPr>
            <p:ph idx="2" type="pic"/>
          </p:nvPr>
        </p:nvSpPr>
        <p:spPr>
          <a:xfrm>
            <a:off x="-2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40"/>
          <p:cNvSpPr/>
          <p:nvPr/>
        </p:nvSpPr>
        <p:spPr>
          <a:xfrm>
            <a:off x="2" y="4288420"/>
            <a:ext cx="12192000" cy="256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4" name="Google Shape;214;p40"/>
          <p:cNvSpPr txBox="1"/>
          <p:nvPr>
            <p:ph type="title"/>
          </p:nvPr>
        </p:nvSpPr>
        <p:spPr>
          <a:xfrm>
            <a:off x="741681" y="4453291"/>
            <a:ext cx="37548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 b="1" sz="3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0"/>
          <p:cNvSpPr txBox="1"/>
          <p:nvPr>
            <p:ph idx="1" type="body"/>
          </p:nvPr>
        </p:nvSpPr>
        <p:spPr>
          <a:xfrm>
            <a:off x="4867420" y="4453290"/>
            <a:ext cx="70314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216" name="Google Shape;21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3820139" y="491205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harts">
  <p:cSld name="Two Charts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/>
          <p:nvPr/>
        </p:nvSpPr>
        <p:spPr>
          <a:xfrm>
            <a:off x="621284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0" name="Google Shape;220;p41"/>
          <p:cNvSpPr/>
          <p:nvPr/>
        </p:nvSpPr>
        <p:spPr>
          <a:xfrm>
            <a:off x="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1" name="Google Shape;221;p41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1"/>
          <p:cNvSpPr txBox="1"/>
          <p:nvPr>
            <p:ph idx="1" type="body"/>
          </p:nvPr>
        </p:nvSpPr>
        <p:spPr>
          <a:xfrm>
            <a:off x="609600" y="5259347"/>
            <a:ext cx="5678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41"/>
          <p:cNvSpPr txBox="1"/>
          <p:nvPr>
            <p:ph idx="2" type="body"/>
          </p:nvPr>
        </p:nvSpPr>
        <p:spPr>
          <a:xfrm>
            <a:off x="621284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3" type="body"/>
          </p:nvPr>
        </p:nvSpPr>
        <p:spPr>
          <a:xfrm>
            <a:off x="-508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41"/>
          <p:cNvSpPr/>
          <p:nvPr>
            <p:ph idx="4" type="chart"/>
          </p:nvPr>
        </p:nvSpPr>
        <p:spPr>
          <a:xfrm>
            <a:off x="1" y="2346961"/>
            <a:ext cx="59841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26" name="Google Shape;226;p41"/>
          <p:cNvSpPr/>
          <p:nvPr>
            <p:ph idx="5" type="chart"/>
          </p:nvPr>
        </p:nvSpPr>
        <p:spPr>
          <a:xfrm>
            <a:off x="6212840" y="2346961"/>
            <a:ext cx="597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227" name="Google Shape;227;p41"/>
          <p:cNvCxnSpPr/>
          <p:nvPr/>
        </p:nvCxnSpPr>
        <p:spPr>
          <a:xfrm>
            <a:off x="6212840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41"/>
          <p:cNvCxnSpPr/>
          <p:nvPr/>
        </p:nvCxnSpPr>
        <p:spPr>
          <a:xfrm>
            <a:off x="5081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Chart">
  <p:cSld name="Text and Char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/>
          <p:nvPr/>
        </p:nvSpPr>
        <p:spPr>
          <a:xfrm>
            <a:off x="621284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1" name="Google Shape;231;p42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2"/>
          <p:cNvSpPr txBox="1"/>
          <p:nvPr>
            <p:ph idx="1" type="body"/>
          </p:nvPr>
        </p:nvSpPr>
        <p:spPr>
          <a:xfrm>
            <a:off x="609600" y="5259347"/>
            <a:ext cx="5678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2"/>
          <p:cNvSpPr txBox="1"/>
          <p:nvPr>
            <p:ph idx="2" type="body"/>
          </p:nvPr>
        </p:nvSpPr>
        <p:spPr>
          <a:xfrm>
            <a:off x="621284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42"/>
          <p:cNvSpPr/>
          <p:nvPr>
            <p:ph idx="3" type="chart"/>
          </p:nvPr>
        </p:nvSpPr>
        <p:spPr>
          <a:xfrm>
            <a:off x="6212840" y="2346961"/>
            <a:ext cx="597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4" type="body"/>
          </p:nvPr>
        </p:nvSpPr>
        <p:spPr>
          <a:xfrm>
            <a:off x="609600" y="1869440"/>
            <a:ext cx="54864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6" name="Google Shape;236;p42"/>
          <p:cNvCxnSpPr/>
          <p:nvPr/>
        </p:nvCxnSpPr>
        <p:spPr>
          <a:xfrm>
            <a:off x="6212840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">
  <p:cSld name="Subtitle 2 column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3"/>
          <p:cNvSpPr txBox="1"/>
          <p:nvPr>
            <p:ph idx="1" type="body"/>
          </p:nvPr>
        </p:nvSpPr>
        <p:spPr>
          <a:xfrm>
            <a:off x="609600" y="1949590"/>
            <a:ext cx="53847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0" name="Google Shape;240;p43"/>
          <p:cNvSpPr txBox="1"/>
          <p:nvPr>
            <p:ph idx="2" type="body"/>
          </p:nvPr>
        </p:nvSpPr>
        <p:spPr>
          <a:xfrm>
            <a:off x="6197600" y="1949590"/>
            <a:ext cx="53847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1" name="Google Shape;241;p43"/>
          <p:cNvSpPr txBox="1"/>
          <p:nvPr>
            <p:ph idx="3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btitle 2 column">
  <p:cSld name="1_Subtitle 2 column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609600" y="2849739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5" name="Google Shape;245;p44"/>
          <p:cNvSpPr txBox="1"/>
          <p:nvPr>
            <p:ph idx="2" type="body"/>
          </p:nvPr>
        </p:nvSpPr>
        <p:spPr>
          <a:xfrm>
            <a:off x="4385469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6" name="Google Shape;246;p44"/>
          <p:cNvSpPr txBox="1"/>
          <p:nvPr>
            <p:ph idx="3" type="body"/>
          </p:nvPr>
        </p:nvSpPr>
        <p:spPr>
          <a:xfrm>
            <a:off x="609600" y="219953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7" name="Google Shape;247;p44"/>
          <p:cNvSpPr txBox="1"/>
          <p:nvPr>
            <p:ph idx="4" type="body"/>
          </p:nvPr>
        </p:nvSpPr>
        <p:spPr>
          <a:xfrm>
            <a:off x="4385469" y="2199676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48" name="Google Shape;248;p44"/>
          <p:cNvSpPr txBox="1"/>
          <p:nvPr>
            <p:ph idx="5" type="body"/>
          </p:nvPr>
        </p:nvSpPr>
        <p:spPr>
          <a:xfrm>
            <a:off x="8161338" y="219955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49" name="Google Shape;249;p44"/>
          <p:cNvGrpSpPr/>
          <p:nvPr/>
        </p:nvGrpSpPr>
        <p:grpSpPr>
          <a:xfrm>
            <a:off x="4168140" y="2577491"/>
            <a:ext cx="3802380" cy="2519895"/>
            <a:chOff x="4168140" y="2400315"/>
            <a:chExt cx="3802380" cy="2659800"/>
          </a:xfrm>
        </p:grpSpPr>
        <p:cxnSp>
          <p:nvCxnSpPr>
            <p:cNvPr id="250" name="Google Shape;250;p44"/>
            <p:cNvCxnSpPr/>
            <p:nvPr/>
          </p:nvCxnSpPr>
          <p:spPr>
            <a:xfrm>
              <a:off x="4168140" y="2400315"/>
              <a:ext cx="0" cy="26598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44"/>
            <p:cNvCxnSpPr/>
            <p:nvPr/>
          </p:nvCxnSpPr>
          <p:spPr>
            <a:xfrm>
              <a:off x="7970520" y="2400315"/>
              <a:ext cx="0" cy="26598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2" name="Google Shape;252;p44"/>
          <p:cNvSpPr txBox="1"/>
          <p:nvPr>
            <p:ph idx="6" type="body"/>
          </p:nvPr>
        </p:nvSpPr>
        <p:spPr>
          <a:xfrm>
            <a:off x="8153718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 opt" type="twoTxTwoObj">
  <p:cSld name="TWO_OBJECTS_WITH_TEX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5"/>
          <p:cNvSpPr txBox="1"/>
          <p:nvPr>
            <p:ph idx="1" type="body"/>
          </p:nvPr>
        </p:nvSpPr>
        <p:spPr>
          <a:xfrm>
            <a:off x="609599" y="1670328"/>
            <a:ext cx="5386800" cy="36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6" name="Google Shape;256;p45"/>
          <p:cNvSpPr txBox="1"/>
          <p:nvPr>
            <p:ph idx="2" type="body"/>
          </p:nvPr>
        </p:nvSpPr>
        <p:spPr>
          <a:xfrm>
            <a:off x="609600" y="2174875"/>
            <a:ext cx="5386800" cy="3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57" name="Google Shape;257;p45"/>
          <p:cNvSpPr txBox="1"/>
          <p:nvPr>
            <p:ph idx="3" type="body"/>
          </p:nvPr>
        </p:nvSpPr>
        <p:spPr>
          <a:xfrm>
            <a:off x="6193368" y="1670328"/>
            <a:ext cx="5388900" cy="36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8" name="Google Shape;258;p45"/>
          <p:cNvSpPr txBox="1"/>
          <p:nvPr>
            <p:ph idx="4" type="body"/>
          </p:nvPr>
        </p:nvSpPr>
        <p:spPr>
          <a:xfrm>
            <a:off x="6193368" y="2174875"/>
            <a:ext cx="5388900" cy="3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6"/>
          <p:cNvSpPr/>
          <p:nvPr/>
        </p:nvSpPr>
        <p:spPr>
          <a:xfrm>
            <a:off x="9060180" y="3482386"/>
            <a:ext cx="3131700" cy="33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1" name="Google Shape;261;p46"/>
          <p:cNvSpPr/>
          <p:nvPr/>
        </p:nvSpPr>
        <p:spPr>
          <a:xfrm>
            <a:off x="5814060" y="0"/>
            <a:ext cx="6378000" cy="33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2" name="Google Shape;262;p46"/>
          <p:cNvSpPr/>
          <p:nvPr/>
        </p:nvSpPr>
        <p:spPr>
          <a:xfrm>
            <a:off x="5814060" y="3482386"/>
            <a:ext cx="3131700" cy="337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3" name="Google Shape;263;p46"/>
          <p:cNvSpPr/>
          <p:nvPr/>
        </p:nvSpPr>
        <p:spPr>
          <a:xfrm>
            <a:off x="0" y="0"/>
            <a:ext cx="5814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4" name="Google Shape;264;p46"/>
          <p:cNvSpPr txBox="1"/>
          <p:nvPr>
            <p:ph type="title"/>
          </p:nvPr>
        </p:nvSpPr>
        <p:spPr>
          <a:xfrm>
            <a:off x="609600" y="851624"/>
            <a:ext cx="452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609600" y="2293938"/>
            <a:ext cx="45264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46"/>
          <p:cNvSpPr txBox="1"/>
          <p:nvPr>
            <p:ph idx="2" type="body"/>
          </p:nvPr>
        </p:nvSpPr>
        <p:spPr>
          <a:xfrm>
            <a:off x="6096000" y="162337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46"/>
          <p:cNvSpPr txBox="1"/>
          <p:nvPr>
            <p:ph idx="3" type="body"/>
          </p:nvPr>
        </p:nvSpPr>
        <p:spPr>
          <a:xfrm>
            <a:off x="9319260" y="162337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46"/>
          <p:cNvSpPr txBox="1"/>
          <p:nvPr>
            <p:ph idx="4" type="body"/>
          </p:nvPr>
        </p:nvSpPr>
        <p:spPr>
          <a:xfrm>
            <a:off x="6096000" y="512095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46"/>
          <p:cNvSpPr txBox="1"/>
          <p:nvPr>
            <p:ph idx="5" type="body"/>
          </p:nvPr>
        </p:nvSpPr>
        <p:spPr>
          <a:xfrm>
            <a:off x="9319260" y="512095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270" name="Google Shape;270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720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P">
  <p:cSld name="STOP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3" name="Google Shape;273;p47"/>
          <p:cNvSpPr/>
          <p:nvPr/>
        </p:nvSpPr>
        <p:spPr>
          <a:xfrm>
            <a:off x="660400" y="1705451"/>
            <a:ext cx="10871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0"/>
              <a:buFont typeface="Source Sans Pro"/>
              <a:buNone/>
            </a:pPr>
            <a:r>
              <a:rPr b="0" i="0" lang="en-US" sz="13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STOP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Do not use layouts that come after this slide.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are not approved for template use. 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Slide_Logo Slide" showMasterSp="0">
  <p:cSld name="Theme Slide_Logo Slide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12658" y="762001"/>
            <a:ext cx="2055444" cy="108584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9"/>
          <p:cNvSpPr txBox="1"/>
          <p:nvPr>
            <p:ph type="title"/>
          </p:nvPr>
        </p:nvSpPr>
        <p:spPr>
          <a:xfrm>
            <a:off x="609600" y="3540406"/>
            <a:ext cx="7442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Source Sans Pro"/>
              <a:buNone/>
              <a:defRPr sz="66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609600" y="4683406"/>
            <a:ext cx="744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_Title Only">
  <p:cSld name="Standard _Title Onl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">
  <p:cSld name="Standard 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1" type="body"/>
          </p:nvPr>
        </p:nvSpPr>
        <p:spPr>
          <a:xfrm>
            <a:off x="609600" y="1600200"/>
            <a:ext cx="10972800" cy="4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eal Key Point" showMasterSp="0">
  <p:cSld name="Light Teal Key Point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2"/>
          <p:cNvSpPr txBox="1"/>
          <p:nvPr>
            <p:ph idx="1" type="body"/>
          </p:nvPr>
        </p:nvSpPr>
        <p:spPr>
          <a:xfrm>
            <a:off x="1150621" y="3009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1" name="Google Shape;291;p52"/>
          <p:cNvSpPr txBox="1"/>
          <p:nvPr>
            <p:ph type="title"/>
          </p:nvPr>
        </p:nvSpPr>
        <p:spPr>
          <a:xfrm>
            <a:off x="4147933" y="1436807"/>
            <a:ext cx="3883500" cy="12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close up of a sign&#10;&#10;Description automatically generated" id="292" name="Google Shape;29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1656" y="1016622"/>
            <a:ext cx="1868690" cy="4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 Opt2">
  <p:cSld name="Text_Half Image Opt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type="title"/>
          </p:nvPr>
        </p:nvSpPr>
        <p:spPr>
          <a:xfrm>
            <a:off x="6591300" y="304800"/>
            <a:ext cx="516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53"/>
          <p:cNvSpPr txBox="1"/>
          <p:nvPr>
            <p:ph idx="1" type="body"/>
          </p:nvPr>
        </p:nvSpPr>
        <p:spPr>
          <a:xfrm>
            <a:off x="6591300" y="1600200"/>
            <a:ext cx="51663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7" name="Google Shape;297;p53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98" name="Google Shape;29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993619" y="95727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">
  <p:cSld name="1_Standard 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4"/>
          <p:cNvSpPr txBox="1"/>
          <p:nvPr>
            <p:ph idx="1" type="body"/>
          </p:nvPr>
        </p:nvSpPr>
        <p:spPr>
          <a:xfrm>
            <a:off x="609600" y="1600200"/>
            <a:ext cx="10972800" cy="4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btitle 2 column">
  <p:cSld name="2_Subtitle 2 column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5"/>
          <p:cNvSpPr txBox="1"/>
          <p:nvPr>
            <p:ph idx="1" type="body"/>
          </p:nvPr>
        </p:nvSpPr>
        <p:spPr>
          <a:xfrm>
            <a:off x="609600" y="2849739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5" name="Google Shape;305;p55"/>
          <p:cNvSpPr txBox="1"/>
          <p:nvPr>
            <p:ph idx="2" type="body"/>
          </p:nvPr>
        </p:nvSpPr>
        <p:spPr>
          <a:xfrm>
            <a:off x="4385469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6" name="Google Shape;306;p55"/>
          <p:cNvSpPr txBox="1"/>
          <p:nvPr>
            <p:ph idx="3" type="body"/>
          </p:nvPr>
        </p:nvSpPr>
        <p:spPr>
          <a:xfrm>
            <a:off x="609600" y="219953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7" name="Google Shape;307;p55"/>
          <p:cNvSpPr txBox="1"/>
          <p:nvPr>
            <p:ph idx="4" type="body"/>
          </p:nvPr>
        </p:nvSpPr>
        <p:spPr>
          <a:xfrm>
            <a:off x="4385469" y="2199676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8" name="Google Shape;308;p55"/>
          <p:cNvSpPr txBox="1"/>
          <p:nvPr>
            <p:ph idx="5" type="body"/>
          </p:nvPr>
        </p:nvSpPr>
        <p:spPr>
          <a:xfrm>
            <a:off x="8161338" y="219955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09" name="Google Shape;309;p55"/>
          <p:cNvGrpSpPr/>
          <p:nvPr/>
        </p:nvGrpSpPr>
        <p:grpSpPr>
          <a:xfrm>
            <a:off x="4168140" y="2577491"/>
            <a:ext cx="3802380" cy="2519895"/>
            <a:chOff x="4168140" y="2400315"/>
            <a:chExt cx="3802380" cy="2659800"/>
          </a:xfrm>
        </p:grpSpPr>
        <p:cxnSp>
          <p:nvCxnSpPr>
            <p:cNvPr id="310" name="Google Shape;310;p55"/>
            <p:cNvCxnSpPr/>
            <p:nvPr/>
          </p:nvCxnSpPr>
          <p:spPr>
            <a:xfrm>
              <a:off x="4168140" y="2400315"/>
              <a:ext cx="0" cy="26598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1" name="Google Shape;311;p55"/>
            <p:cNvCxnSpPr/>
            <p:nvPr/>
          </p:nvCxnSpPr>
          <p:spPr>
            <a:xfrm>
              <a:off x="7970520" y="2400315"/>
              <a:ext cx="0" cy="26598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2" name="Google Shape;312;p55"/>
          <p:cNvSpPr txBox="1"/>
          <p:nvPr>
            <p:ph idx="6" type="body"/>
          </p:nvPr>
        </p:nvSpPr>
        <p:spPr>
          <a:xfrm>
            <a:off x="8153718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Full Image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6"/>
          <p:cNvSpPr/>
          <p:nvPr>
            <p:ph idx="2" type="pic"/>
          </p:nvPr>
        </p:nvSpPr>
        <p:spPr>
          <a:xfrm>
            <a:off x="-2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56"/>
          <p:cNvSpPr/>
          <p:nvPr/>
        </p:nvSpPr>
        <p:spPr>
          <a:xfrm>
            <a:off x="2" y="4288420"/>
            <a:ext cx="12192000" cy="256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6" name="Google Shape;316;p56"/>
          <p:cNvSpPr txBox="1"/>
          <p:nvPr>
            <p:ph type="title"/>
          </p:nvPr>
        </p:nvSpPr>
        <p:spPr>
          <a:xfrm>
            <a:off x="741681" y="4453291"/>
            <a:ext cx="37548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 b="1" sz="3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6"/>
          <p:cNvSpPr txBox="1"/>
          <p:nvPr>
            <p:ph idx="1" type="body"/>
          </p:nvPr>
        </p:nvSpPr>
        <p:spPr>
          <a:xfrm>
            <a:off x="4867420" y="4453290"/>
            <a:ext cx="70314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318" name="Google Shape;31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3820139" y="491205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Light Teal" showMasterSp="0">
  <p:cSld name="Breaker Light Teal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2" name="Google Shape;322;p57"/>
          <p:cNvSpPr txBox="1"/>
          <p:nvPr>
            <p:ph type="title"/>
          </p:nvPr>
        </p:nvSpPr>
        <p:spPr>
          <a:xfrm>
            <a:off x="1459547" y="3070040"/>
            <a:ext cx="4308900" cy="16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7"/>
          <p:cNvSpPr txBox="1"/>
          <p:nvPr>
            <p:ph idx="1" type="body"/>
          </p:nvPr>
        </p:nvSpPr>
        <p:spPr>
          <a:xfrm>
            <a:off x="1496694" y="4802674"/>
            <a:ext cx="5742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sz="2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324" name="Google Shape;324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11" y="1216644"/>
            <a:ext cx="3508149" cy="52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Dark Teal" showMasterSp="0">
  <p:cSld name="Breaker Dark Teal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28" name="Google Shape;328;p58"/>
          <p:cNvSpPr txBox="1"/>
          <p:nvPr>
            <p:ph type="title"/>
          </p:nvPr>
        </p:nvSpPr>
        <p:spPr>
          <a:xfrm>
            <a:off x="1422401" y="2818580"/>
            <a:ext cx="4544100" cy="16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58"/>
          <p:cNvSpPr txBox="1"/>
          <p:nvPr>
            <p:ph idx="1" type="body"/>
          </p:nvPr>
        </p:nvSpPr>
        <p:spPr>
          <a:xfrm>
            <a:off x="1459546" y="4764574"/>
            <a:ext cx="6609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sz="2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330" name="Google Shape;330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326349" y="1644014"/>
            <a:ext cx="3046535" cy="132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with image" showMasterSp="0">
  <p:cSld name="Breaker with image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9"/>
          <p:cNvSpPr/>
          <p:nvPr/>
        </p:nvSpPr>
        <p:spPr>
          <a:xfrm>
            <a:off x="453387" y="451413"/>
            <a:ext cx="11285100" cy="5955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35" name="Google Shape;33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1331" y="447406"/>
            <a:ext cx="3445398" cy="596318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9"/>
          <p:cNvSpPr txBox="1"/>
          <p:nvPr>
            <p:ph idx="1" type="body"/>
          </p:nvPr>
        </p:nvSpPr>
        <p:spPr>
          <a:xfrm>
            <a:off x="8663041" y="1875473"/>
            <a:ext cx="2584200" cy="3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i="1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7" name="Google Shape;337;p59"/>
          <p:cNvSpPr txBox="1"/>
          <p:nvPr>
            <p:ph idx="3" type="body"/>
          </p:nvPr>
        </p:nvSpPr>
        <p:spPr>
          <a:xfrm>
            <a:off x="8663041" y="5433061"/>
            <a:ext cx="2584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338" name="Google Shape;33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8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reaker with image" showMasterSp="0">
  <p:cSld name="1_Breaker with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60"/>
          <p:cNvSpPr/>
          <p:nvPr/>
        </p:nvSpPr>
        <p:spPr>
          <a:xfrm>
            <a:off x="453387" y="451413"/>
            <a:ext cx="11285100" cy="5955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eal Key Point" showMasterSp="0">
  <p:cSld name="Dark Teal Key Point">
    <p:bg>
      <p:bgPr>
        <a:solidFill>
          <a:schemeClr val="dk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1"/>
          <p:cNvSpPr txBox="1"/>
          <p:nvPr>
            <p:ph idx="1" type="body"/>
          </p:nvPr>
        </p:nvSpPr>
        <p:spPr>
          <a:xfrm>
            <a:off x="1150621" y="3009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4" name="Google Shape;344;p61"/>
          <p:cNvSpPr txBox="1"/>
          <p:nvPr>
            <p:ph type="title"/>
          </p:nvPr>
        </p:nvSpPr>
        <p:spPr>
          <a:xfrm>
            <a:off x="4147933" y="1436807"/>
            <a:ext cx="3883500" cy="12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close up of a sign&#10;&#10;Description automatically generated" id="345" name="Google Shape;34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61"/>
          <p:cNvGrpSpPr/>
          <p:nvPr/>
        </p:nvGrpSpPr>
        <p:grpSpPr>
          <a:xfrm>
            <a:off x="470977" y="3300834"/>
            <a:ext cx="679668" cy="3059904"/>
            <a:chOff x="549074" y="2623335"/>
            <a:chExt cx="838682" cy="3775795"/>
          </a:xfrm>
        </p:grpSpPr>
        <p:pic>
          <p:nvPicPr>
            <p:cNvPr id="347" name="Google Shape;347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5012079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3171704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2"/>
          <p:cNvSpPr/>
          <p:nvPr/>
        </p:nvSpPr>
        <p:spPr>
          <a:xfrm>
            <a:off x="302654" y="978794"/>
            <a:ext cx="11616600" cy="61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_w Subtitle">
  <p:cSld name="Standard Text_w Subtitl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3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63"/>
          <p:cNvSpPr txBox="1"/>
          <p:nvPr>
            <p:ph idx="1" type="body"/>
          </p:nvPr>
        </p:nvSpPr>
        <p:spPr>
          <a:xfrm>
            <a:off x="609600" y="1949590"/>
            <a:ext cx="109728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4" name="Google Shape;354;p63"/>
          <p:cNvSpPr txBox="1"/>
          <p:nvPr>
            <p:ph idx="2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only">
  <p:cSld name="Title and Subtitle onl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4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64"/>
          <p:cNvSpPr txBox="1"/>
          <p:nvPr>
            <p:ph idx="1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">
  <p:cSld name="Text_Half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5"/>
          <p:cNvSpPr txBox="1"/>
          <p:nvPr>
            <p:ph type="title"/>
          </p:nvPr>
        </p:nvSpPr>
        <p:spPr>
          <a:xfrm>
            <a:off x="609600" y="283464"/>
            <a:ext cx="499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65"/>
          <p:cNvSpPr txBox="1"/>
          <p:nvPr>
            <p:ph idx="1" type="body"/>
          </p:nvPr>
        </p:nvSpPr>
        <p:spPr>
          <a:xfrm>
            <a:off x="609600" y="1600200"/>
            <a:ext cx="49986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1" name="Google Shape;361;p65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2" name="Google Shape;362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944427" y="5033963"/>
            <a:ext cx="2927985" cy="44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harts">
  <p:cSld name="Two Chart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6"/>
          <p:cNvSpPr/>
          <p:nvPr/>
        </p:nvSpPr>
        <p:spPr>
          <a:xfrm>
            <a:off x="621284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5" name="Google Shape;365;p66"/>
          <p:cNvSpPr/>
          <p:nvPr/>
        </p:nvSpPr>
        <p:spPr>
          <a:xfrm>
            <a:off x="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66" name="Google Shape;366;p66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66"/>
          <p:cNvSpPr txBox="1"/>
          <p:nvPr>
            <p:ph idx="1" type="body"/>
          </p:nvPr>
        </p:nvSpPr>
        <p:spPr>
          <a:xfrm>
            <a:off x="609600" y="5259347"/>
            <a:ext cx="5678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8" name="Google Shape;368;p66"/>
          <p:cNvSpPr txBox="1"/>
          <p:nvPr>
            <p:ph idx="2" type="body"/>
          </p:nvPr>
        </p:nvSpPr>
        <p:spPr>
          <a:xfrm>
            <a:off x="621284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9" name="Google Shape;369;p66"/>
          <p:cNvSpPr txBox="1"/>
          <p:nvPr>
            <p:ph idx="3" type="body"/>
          </p:nvPr>
        </p:nvSpPr>
        <p:spPr>
          <a:xfrm>
            <a:off x="-508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0" name="Google Shape;370;p66"/>
          <p:cNvSpPr/>
          <p:nvPr>
            <p:ph idx="4" type="chart"/>
          </p:nvPr>
        </p:nvSpPr>
        <p:spPr>
          <a:xfrm>
            <a:off x="1" y="2346961"/>
            <a:ext cx="59841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71" name="Google Shape;371;p66"/>
          <p:cNvSpPr/>
          <p:nvPr>
            <p:ph idx="5" type="chart"/>
          </p:nvPr>
        </p:nvSpPr>
        <p:spPr>
          <a:xfrm>
            <a:off x="6212840" y="2346961"/>
            <a:ext cx="597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372" name="Google Shape;372;p66"/>
          <p:cNvCxnSpPr/>
          <p:nvPr/>
        </p:nvCxnSpPr>
        <p:spPr>
          <a:xfrm>
            <a:off x="6212840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66"/>
          <p:cNvCxnSpPr/>
          <p:nvPr/>
        </p:nvCxnSpPr>
        <p:spPr>
          <a:xfrm>
            <a:off x="5081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Chart">
  <p:cSld name="Text and Chart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/>
          <p:nvPr/>
        </p:nvSpPr>
        <p:spPr>
          <a:xfrm>
            <a:off x="621284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6" name="Google Shape;376;p67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67"/>
          <p:cNvSpPr txBox="1"/>
          <p:nvPr>
            <p:ph idx="1" type="body"/>
          </p:nvPr>
        </p:nvSpPr>
        <p:spPr>
          <a:xfrm>
            <a:off x="609600" y="5259347"/>
            <a:ext cx="5678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67"/>
          <p:cNvSpPr txBox="1"/>
          <p:nvPr>
            <p:ph idx="2" type="body"/>
          </p:nvPr>
        </p:nvSpPr>
        <p:spPr>
          <a:xfrm>
            <a:off x="621284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9" name="Google Shape;379;p67"/>
          <p:cNvSpPr/>
          <p:nvPr>
            <p:ph idx="3" type="chart"/>
          </p:nvPr>
        </p:nvSpPr>
        <p:spPr>
          <a:xfrm>
            <a:off x="6212840" y="2346961"/>
            <a:ext cx="597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80" name="Google Shape;380;p67"/>
          <p:cNvSpPr txBox="1"/>
          <p:nvPr>
            <p:ph idx="4" type="body"/>
          </p:nvPr>
        </p:nvSpPr>
        <p:spPr>
          <a:xfrm>
            <a:off x="609600" y="1869440"/>
            <a:ext cx="54864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81" name="Google Shape;381;p67"/>
          <p:cNvCxnSpPr/>
          <p:nvPr/>
        </p:nvCxnSpPr>
        <p:spPr>
          <a:xfrm>
            <a:off x="6212840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">
  <p:cSld name="Subtitle 2 column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8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68"/>
          <p:cNvSpPr txBox="1"/>
          <p:nvPr>
            <p:ph idx="1" type="body"/>
          </p:nvPr>
        </p:nvSpPr>
        <p:spPr>
          <a:xfrm>
            <a:off x="609600" y="1949590"/>
            <a:ext cx="53847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5" name="Google Shape;385;p68"/>
          <p:cNvSpPr txBox="1"/>
          <p:nvPr>
            <p:ph idx="2" type="body"/>
          </p:nvPr>
        </p:nvSpPr>
        <p:spPr>
          <a:xfrm>
            <a:off x="6197600" y="1949590"/>
            <a:ext cx="53847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6" name="Google Shape;386;p68"/>
          <p:cNvSpPr txBox="1"/>
          <p:nvPr>
            <p:ph idx="3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btitle 2 column">
  <p:cSld name="1_Subtitle 2 colum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69"/>
          <p:cNvSpPr txBox="1"/>
          <p:nvPr>
            <p:ph idx="1" type="body"/>
          </p:nvPr>
        </p:nvSpPr>
        <p:spPr>
          <a:xfrm>
            <a:off x="609600" y="2849739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0" name="Google Shape;390;p69"/>
          <p:cNvSpPr txBox="1"/>
          <p:nvPr>
            <p:ph idx="2" type="body"/>
          </p:nvPr>
        </p:nvSpPr>
        <p:spPr>
          <a:xfrm>
            <a:off x="4385469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1" name="Google Shape;391;p69"/>
          <p:cNvSpPr txBox="1"/>
          <p:nvPr>
            <p:ph idx="3" type="body"/>
          </p:nvPr>
        </p:nvSpPr>
        <p:spPr>
          <a:xfrm>
            <a:off x="609600" y="219953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2" name="Google Shape;392;p69"/>
          <p:cNvSpPr txBox="1"/>
          <p:nvPr>
            <p:ph idx="4" type="body"/>
          </p:nvPr>
        </p:nvSpPr>
        <p:spPr>
          <a:xfrm>
            <a:off x="4385469" y="2199676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3" name="Google Shape;393;p69"/>
          <p:cNvSpPr txBox="1"/>
          <p:nvPr>
            <p:ph idx="5" type="body"/>
          </p:nvPr>
        </p:nvSpPr>
        <p:spPr>
          <a:xfrm>
            <a:off x="8161338" y="219955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94" name="Google Shape;394;p69"/>
          <p:cNvGrpSpPr/>
          <p:nvPr/>
        </p:nvGrpSpPr>
        <p:grpSpPr>
          <a:xfrm>
            <a:off x="4168140" y="1882070"/>
            <a:ext cx="3802380" cy="3891256"/>
            <a:chOff x="4168140" y="1666276"/>
            <a:chExt cx="3802380" cy="4107300"/>
          </a:xfrm>
        </p:grpSpPr>
        <p:cxnSp>
          <p:nvCxnSpPr>
            <p:cNvPr id="395" name="Google Shape;395;p69"/>
            <p:cNvCxnSpPr/>
            <p:nvPr/>
          </p:nvCxnSpPr>
          <p:spPr>
            <a:xfrm>
              <a:off x="4168140" y="1666276"/>
              <a:ext cx="0" cy="41073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69"/>
            <p:cNvCxnSpPr/>
            <p:nvPr/>
          </p:nvCxnSpPr>
          <p:spPr>
            <a:xfrm>
              <a:off x="7970520" y="1666276"/>
              <a:ext cx="0" cy="41073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97" name="Google Shape;397;p69"/>
          <p:cNvSpPr txBox="1"/>
          <p:nvPr>
            <p:ph idx="6" type="body"/>
          </p:nvPr>
        </p:nvSpPr>
        <p:spPr>
          <a:xfrm>
            <a:off x="8153718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 opt" type="twoTxTwoObj">
  <p:cSld name="TWO_OBJECTS_WITH_TEXT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0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70"/>
          <p:cNvSpPr txBox="1"/>
          <p:nvPr>
            <p:ph idx="1" type="body"/>
          </p:nvPr>
        </p:nvSpPr>
        <p:spPr>
          <a:xfrm>
            <a:off x="609599" y="1670328"/>
            <a:ext cx="5386800" cy="36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1" name="Google Shape;401;p70"/>
          <p:cNvSpPr txBox="1"/>
          <p:nvPr>
            <p:ph idx="2" type="body"/>
          </p:nvPr>
        </p:nvSpPr>
        <p:spPr>
          <a:xfrm>
            <a:off x="609600" y="2174875"/>
            <a:ext cx="5386800" cy="3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2" name="Google Shape;402;p70"/>
          <p:cNvSpPr txBox="1"/>
          <p:nvPr>
            <p:ph idx="3" type="body"/>
          </p:nvPr>
        </p:nvSpPr>
        <p:spPr>
          <a:xfrm>
            <a:off x="6193368" y="1670328"/>
            <a:ext cx="5388900" cy="36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3" name="Google Shape;403;p70"/>
          <p:cNvSpPr txBox="1"/>
          <p:nvPr>
            <p:ph idx="4" type="body"/>
          </p:nvPr>
        </p:nvSpPr>
        <p:spPr>
          <a:xfrm>
            <a:off x="6193368" y="2174875"/>
            <a:ext cx="5388900" cy="3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1"/>
          <p:cNvSpPr/>
          <p:nvPr/>
        </p:nvSpPr>
        <p:spPr>
          <a:xfrm>
            <a:off x="5814060" y="0"/>
            <a:ext cx="3131700" cy="33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6" name="Google Shape;406;p71"/>
          <p:cNvSpPr/>
          <p:nvPr/>
        </p:nvSpPr>
        <p:spPr>
          <a:xfrm>
            <a:off x="9060180" y="0"/>
            <a:ext cx="3131700" cy="33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7" name="Google Shape;407;p71"/>
          <p:cNvSpPr/>
          <p:nvPr/>
        </p:nvSpPr>
        <p:spPr>
          <a:xfrm>
            <a:off x="5814060" y="3482386"/>
            <a:ext cx="3131700" cy="337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8" name="Google Shape;408;p71"/>
          <p:cNvSpPr/>
          <p:nvPr/>
        </p:nvSpPr>
        <p:spPr>
          <a:xfrm>
            <a:off x="9060180" y="3482386"/>
            <a:ext cx="3131700" cy="337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9" name="Google Shape;409;p71"/>
          <p:cNvSpPr/>
          <p:nvPr/>
        </p:nvSpPr>
        <p:spPr>
          <a:xfrm>
            <a:off x="0" y="0"/>
            <a:ext cx="5814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0" name="Google Shape;410;p71"/>
          <p:cNvSpPr txBox="1"/>
          <p:nvPr>
            <p:ph type="title"/>
          </p:nvPr>
        </p:nvSpPr>
        <p:spPr>
          <a:xfrm>
            <a:off x="609600" y="851624"/>
            <a:ext cx="452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71"/>
          <p:cNvSpPr txBox="1"/>
          <p:nvPr>
            <p:ph idx="1" type="body"/>
          </p:nvPr>
        </p:nvSpPr>
        <p:spPr>
          <a:xfrm>
            <a:off x="609600" y="2293938"/>
            <a:ext cx="45264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71"/>
          <p:cNvSpPr txBox="1"/>
          <p:nvPr>
            <p:ph idx="2" type="body"/>
          </p:nvPr>
        </p:nvSpPr>
        <p:spPr>
          <a:xfrm>
            <a:off x="6096000" y="162337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3" name="Google Shape;413;p71"/>
          <p:cNvSpPr txBox="1"/>
          <p:nvPr>
            <p:ph idx="3" type="body"/>
          </p:nvPr>
        </p:nvSpPr>
        <p:spPr>
          <a:xfrm>
            <a:off x="9319260" y="162337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4" name="Google Shape;414;p71"/>
          <p:cNvSpPr txBox="1"/>
          <p:nvPr>
            <p:ph idx="4" type="body"/>
          </p:nvPr>
        </p:nvSpPr>
        <p:spPr>
          <a:xfrm>
            <a:off x="6096000" y="512095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5" name="Google Shape;415;p71"/>
          <p:cNvSpPr txBox="1"/>
          <p:nvPr>
            <p:ph idx="5" type="body"/>
          </p:nvPr>
        </p:nvSpPr>
        <p:spPr>
          <a:xfrm>
            <a:off x="9319260" y="512095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416" name="Google Shape;41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720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P">
  <p:cSld name="STOP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9" name="Google Shape;419;p72"/>
          <p:cNvSpPr/>
          <p:nvPr/>
        </p:nvSpPr>
        <p:spPr>
          <a:xfrm>
            <a:off x="660400" y="1705451"/>
            <a:ext cx="10871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0"/>
              <a:buFont typeface="Source Sans Pro"/>
              <a:buNone/>
            </a:pPr>
            <a:r>
              <a:rPr b="0" i="0" lang="en-US" sz="13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Do not use layouts that come after this slide.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are not approved for template use.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Slide_Logo Slide" showMasterSp="0">
  <p:cSld name="Theme Slide_Logo Slide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4506" y="3323168"/>
            <a:ext cx="443593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658" y="762001"/>
            <a:ext cx="2055444" cy="1085848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74"/>
          <p:cNvSpPr txBox="1"/>
          <p:nvPr>
            <p:ph type="title"/>
          </p:nvPr>
        </p:nvSpPr>
        <p:spPr>
          <a:xfrm>
            <a:off x="609600" y="3540406"/>
            <a:ext cx="7442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600"/>
              <a:buFont typeface="Source Sans Pro"/>
              <a:buNone/>
              <a:defRPr sz="66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74"/>
          <p:cNvSpPr txBox="1"/>
          <p:nvPr>
            <p:ph idx="1" type="body"/>
          </p:nvPr>
        </p:nvSpPr>
        <p:spPr>
          <a:xfrm>
            <a:off x="609600" y="4683406"/>
            <a:ext cx="744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_Title Only">
  <p:cSld name="Standard _Title Onl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5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">
  <p:cSld name="Standard Text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6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76"/>
          <p:cNvSpPr txBox="1"/>
          <p:nvPr>
            <p:ph idx="1" type="body"/>
          </p:nvPr>
        </p:nvSpPr>
        <p:spPr>
          <a:xfrm>
            <a:off x="609600" y="1600200"/>
            <a:ext cx="10972800" cy="4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eal Key Point" showMasterSp="0">
  <p:cSld name="Light Teal Key Point">
    <p:bg>
      <p:bgPr>
        <a:solidFill>
          <a:schemeClr val="lt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7"/>
          <p:cNvSpPr txBox="1"/>
          <p:nvPr>
            <p:ph idx="1" type="body"/>
          </p:nvPr>
        </p:nvSpPr>
        <p:spPr>
          <a:xfrm>
            <a:off x="1150621" y="3009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8" name="Google Shape;438;p77"/>
          <p:cNvSpPr txBox="1"/>
          <p:nvPr>
            <p:ph type="title"/>
          </p:nvPr>
        </p:nvSpPr>
        <p:spPr>
          <a:xfrm>
            <a:off x="4147933" y="1436807"/>
            <a:ext cx="3883500" cy="125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9" name="Google Shape;439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61656" y="1016622"/>
            <a:ext cx="1868690" cy="4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 Opt2">
  <p:cSld name="Text_Half Image Opt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8"/>
          <p:cNvSpPr txBox="1"/>
          <p:nvPr>
            <p:ph type="title"/>
          </p:nvPr>
        </p:nvSpPr>
        <p:spPr>
          <a:xfrm>
            <a:off x="6591300" y="304800"/>
            <a:ext cx="516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78"/>
          <p:cNvSpPr txBox="1"/>
          <p:nvPr>
            <p:ph idx="1" type="body"/>
          </p:nvPr>
        </p:nvSpPr>
        <p:spPr>
          <a:xfrm>
            <a:off x="6591300" y="1600200"/>
            <a:ext cx="51663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3" name="Google Shape;443;p7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44" name="Google Shape;444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4993619" y="95727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">
  <p:cSld name="1_Standard Text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9"/>
          <p:cNvSpPr txBox="1"/>
          <p:nvPr>
            <p:ph type="title"/>
          </p:nvPr>
        </p:nvSpPr>
        <p:spPr>
          <a:xfrm>
            <a:off x="609600" y="28346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0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79"/>
          <p:cNvSpPr txBox="1"/>
          <p:nvPr>
            <p:ph idx="1" type="body"/>
          </p:nvPr>
        </p:nvSpPr>
        <p:spPr>
          <a:xfrm>
            <a:off x="609600" y="1600200"/>
            <a:ext cx="10972800" cy="4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btitle 2 column">
  <p:cSld name="2_Subtitle 2 column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0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80"/>
          <p:cNvSpPr txBox="1"/>
          <p:nvPr>
            <p:ph idx="1" type="body"/>
          </p:nvPr>
        </p:nvSpPr>
        <p:spPr>
          <a:xfrm>
            <a:off x="609600" y="2849739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1" name="Google Shape;451;p80"/>
          <p:cNvSpPr txBox="1"/>
          <p:nvPr>
            <p:ph idx="2" type="body"/>
          </p:nvPr>
        </p:nvSpPr>
        <p:spPr>
          <a:xfrm>
            <a:off x="4385469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2" name="Google Shape;452;p80"/>
          <p:cNvSpPr txBox="1"/>
          <p:nvPr>
            <p:ph idx="3" type="body"/>
          </p:nvPr>
        </p:nvSpPr>
        <p:spPr>
          <a:xfrm>
            <a:off x="609600" y="219953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3" name="Google Shape;453;p80"/>
          <p:cNvSpPr txBox="1"/>
          <p:nvPr>
            <p:ph idx="4" type="body"/>
          </p:nvPr>
        </p:nvSpPr>
        <p:spPr>
          <a:xfrm>
            <a:off x="4385469" y="2199676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4" name="Google Shape;454;p80"/>
          <p:cNvSpPr txBox="1"/>
          <p:nvPr>
            <p:ph idx="5" type="body"/>
          </p:nvPr>
        </p:nvSpPr>
        <p:spPr>
          <a:xfrm>
            <a:off x="8161338" y="219955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55" name="Google Shape;455;p80"/>
          <p:cNvGrpSpPr/>
          <p:nvPr/>
        </p:nvGrpSpPr>
        <p:grpSpPr>
          <a:xfrm>
            <a:off x="4168140" y="2577491"/>
            <a:ext cx="3802380" cy="2519895"/>
            <a:chOff x="4168140" y="2400315"/>
            <a:chExt cx="3802380" cy="2659800"/>
          </a:xfrm>
        </p:grpSpPr>
        <p:cxnSp>
          <p:nvCxnSpPr>
            <p:cNvPr id="456" name="Google Shape;456;p80"/>
            <p:cNvCxnSpPr/>
            <p:nvPr/>
          </p:nvCxnSpPr>
          <p:spPr>
            <a:xfrm>
              <a:off x="4168140" y="2400315"/>
              <a:ext cx="0" cy="26598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7" name="Google Shape;457;p80"/>
            <p:cNvCxnSpPr/>
            <p:nvPr/>
          </p:nvCxnSpPr>
          <p:spPr>
            <a:xfrm>
              <a:off x="7970520" y="2400315"/>
              <a:ext cx="0" cy="26598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8" name="Google Shape;458;p80"/>
          <p:cNvSpPr txBox="1"/>
          <p:nvPr>
            <p:ph idx="6" type="body"/>
          </p:nvPr>
        </p:nvSpPr>
        <p:spPr>
          <a:xfrm>
            <a:off x="8153718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Full Image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1"/>
          <p:cNvSpPr/>
          <p:nvPr>
            <p:ph idx="2" type="pic"/>
          </p:nvPr>
        </p:nvSpPr>
        <p:spPr>
          <a:xfrm>
            <a:off x="-2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81"/>
          <p:cNvSpPr/>
          <p:nvPr/>
        </p:nvSpPr>
        <p:spPr>
          <a:xfrm>
            <a:off x="2" y="4288420"/>
            <a:ext cx="12192000" cy="256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2" name="Google Shape;462;p81"/>
          <p:cNvSpPr txBox="1"/>
          <p:nvPr>
            <p:ph type="title"/>
          </p:nvPr>
        </p:nvSpPr>
        <p:spPr>
          <a:xfrm>
            <a:off x="741681" y="4453291"/>
            <a:ext cx="37548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 b="1" sz="3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81"/>
          <p:cNvSpPr txBox="1"/>
          <p:nvPr>
            <p:ph idx="1" type="body"/>
          </p:nvPr>
        </p:nvSpPr>
        <p:spPr>
          <a:xfrm>
            <a:off x="4867420" y="4453290"/>
            <a:ext cx="7031400" cy="21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464" name="Google Shape;464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3820139" y="4912050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Light Teal" showMasterSp="0">
  <p:cSld name="Breaker Light Teal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8" name="Google Shape;468;p82"/>
          <p:cNvSpPr txBox="1"/>
          <p:nvPr>
            <p:ph type="title"/>
          </p:nvPr>
        </p:nvSpPr>
        <p:spPr>
          <a:xfrm>
            <a:off x="1459547" y="3070040"/>
            <a:ext cx="4308900" cy="16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82"/>
          <p:cNvSpPr txBox="1"/>
          <p:nvPr>
            <p:ph idx="1" type="body"/>
          </p:nvPr>
        </p:nvSpPr>
        <p:spPr>
          <a:xfrm>
            <a:off x="1496694" y="4802674"/>
            <a:ext cx="5742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sz="2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470" name="Google Shape;470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211" y="1216644"/>
            <a:ext cx="3508149" cy="52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Dark Teal" showMasterSp="0">
  <p:cSld name="Breaker Dark Teal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74" name="Google Shape;474;p83"/>
          <p:cNvSpPr txBox="1"/>
          <p:nvPr>
            <p:ph type="title"/>
          </p:nvPr>
        </p:nvSpPr>
        <p:spPr>
          <a:xfrm>
            <a:off x="1422401" y="2818580"/>
            <a:ext cx="4544100" cy="16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Source Sans Pro"/>
              <a:buNone/>
              <a:defRPr b="1" sz="66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83"/>
          <p:cNvSpPr txBox="1"/>
          <p:nvPr>
            <p:ph idx="1" type="body"/>
          </p:nvPr>
        </p:nvSpPr>
        <p:spPr>
          <a:xfrm>
            <a:off x="1459546" y="4764574"/>
            <a:ext cx="6609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sz="2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476" name="Google Shape;476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326349" y="1644014"/>
            <a:ext cx="3046535" cy="132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 with image" showMasterSp="0">
  <p:cSld name="Breaker with image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4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84"/>
          <p:cNvSpPr/>
          <p:nvPr/>
        </p:nvSpPr>
        <p:spPr>
          <a:xfrm>
            <a:off x="453387" y="451413"/>
            <a:ext cx="11285100" cy="5955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81" name="Google Shape;481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91331" y="447406"/>
            <a:ext cx="3445398" cy="596318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84"/>
          <p:cNvSpPr txBox="1"/>
          <p:nvPr>
            <p:ph idx="1" type="body"/>
          </p:nvPr>
        </p:nvSpPr>
        <p:spPr>
          <a:xfrm>
            <a:off x="8663041" y="1875473"/>
            <a:ext cx="2584200" cy="3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i="1">
                <a:solidFill>
                  <a:schemeClr val="lt1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3" name="Google Shape;483;p84"/>
          <p:cNvSpPr txBox="1"/>
          <p:nvPr>
            <p:ph idx="3" type="body"/>
          </p:nvPr>
        </p:nvSpPr>
        <p:spPr>
          <a:xfrm>
            <a:off x="8663041" y="5433061"/>
            <a:ext cx="2584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484" name="Google Shape;484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38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reaker with image" showMasterSp="0">
  <p:cSld name="1_Breaker with image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8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85"/>
          <p:cNvSpPr/>
          <p:nvPr/>
        </p:nvSpPr>
        <p:spPr>
          <a:xfrm>
            <a:off x="453387" y="451413"/>
            <a:ext cx="11285100" cy="59553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Teal Key Point" showMasterSp="0">
  <p:cSld name="Dark Teal Key Point">
    <p:bg>
      <p:bgPr>
        <a:solidFill>
          <a:schemeClr val="dk2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6"/>
          <p:cNvSpPr txBox="1"/>
          <p:nvPr>
            <p:ph idx="1" type="body"/>
          </p:nvPr>
        </p:nvSpPr>
        <p:spPr>
          <a:xfrm>
            <a:off x="1150621" y="3009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sz="3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0" name="Google Shape;490;p86"/>
          <p:cNvSpPr txBox="1"/>
          <p:nvPr>
            <p:ph type="title"/>
          </p:nvPr>
        </p:nvSpPr>
        <p:spPr>
          <a:xfrm>
            <a:off x="4147933" y="1436807"/>
            <a:ext cx="3883500" cy="125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Source Sans Pro"/>
              <a:buNone/>
              <a:defRPr b="1" sz="54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close up of a sign&#10;&#10;Description automatically generated" id="491" name="Google Shape;491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86"/>
          <p:cNvGrpSpPr/>
          <p:nvPr/>
        </p:nvGrpSpPr>
        <p:grpSpPr>
          <a:xfrm>
            <a:off x="470977" y="3300834"/>
            <a:ext cx="679668" cy="3059904"/>
            <a:chOff x="549074" y="2623335"/>
            <a:chExt cx="838682" cy="3775795"/>
          </a:xfrm>
        </p:grpSpPr>
        <p:pic>
          <p:nvPicPr>
            <p:cNvPr id="493" name="Google Shape;493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5012079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705" y="3171704"/>
              <a:ext cx="1935420" cy="8386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7"/>
          <p:cNvSpPr/>
          <p:nvPr/>
        </p:nvSpPr>
        <p:spPr>
          <a:xfrm>
            <a:off x="302654" y="978794"/>
            <a:ext cx="11616600" cy="61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Text_w Subtitle">
  <p:cSld name="Standard Text_w Subtitle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8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88"/>
          <p:cNvSpPr txBox="1"/>
          <p:nvPr>
            <p:ph idx="1" type="body"/>
          </p:nvPr>
        </p:nvSpPr>
        <p:spPr>
          <a:xfrm>
            <a:off x="609600" y="1949590"/>
            <a:ext cx="109728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0" name="Google Shape;500;p88"/>
          <p:cNvSpPr txBox="1"/>
          <p:nvPr>
            <p:ph idx="2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only">
  <p:cSld name="Title and Subtitle 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9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89"/>
          <p:cNvSpPr txBox="1"/>
          <p:nvPr>
            <p:ph idx="1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Half Image">
  <p:cSld name="Text_Half Image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0"/>
          <p:cNvSpPr txBox="1"/>
          <p:nvPr>
            <p:ph type="title"/>
          </p:nvPr>
        </p:nvSpPr>
        <p:spPr>
          <a:xfrm>
            <a:off x="609600" y="283464"/>
            <a:ext cx="499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sz="3600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90"/>
          <p:cNvSpPr txBox="1"/>
          <p:nvPr>
            <p:ph idx="1" type="body"/>
          </p:nvPr>
        </p:nvSpPr>
        <p:spPr>
          <a:xfrm>
            <a:off x="609600" y="1600200"/>
            <a:ext cx="49986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7" name="Google Shape;507;p90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08" name="Google Shape;508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944427" y="5033963"/>
            <a:ext cx="2927985" cy="44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harts">
  <p:cSld name="Two Charts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1"/>
          <p:cNvSpPr/>
          <p:nvPr/>
        </p:nvSpPr>
        <p:spPr>
          <a:xfrm>
            <a:off x="621284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11" name="Google Shape;511;p91"/>
          <p:cNvSpPr/>
          <p:nvPr/>
        </p:nvSpPr>
        <p:spPr>
          <a:xfrm>
            <a:off x="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12" name="Google Shape;512;p91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91"/>
          <p:cNvSpPr txBox="1"/>
          <p:nvPr>
            <p:ph idx="1" type="body"/>
          </p:nvPr>
        </p:nvSpPr>
        <p:spPr>
          <a:xfrm>
            <a:off x="609600" y="5259347"/>
            <a:ext cx="5678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4" name="Google Shape;514;p91"/>
          <p:cNvSpPr txBox="1"/>
          <p:nvPr>
            <p:ph idx="2" type="body"/>
          </p:nvPr>
        </p:nvSpPr>
        <p:spPr>
          <a:xfrm>
            <a:off x="621284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5" name="Google Shape;515;p91"/>
          <p:cNvSpPr txBox="1"/>
          <p:nvPr>
            <p:ph idx="3" type="body"/>
          </p:nvPr>
        </p:nvSpPr>
        <p:spPr>
          <a:xfrm>
            <a:off x="-508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6" name="Google Shape;516;p91"/>
          <p:cNvSpPr/>
          <p:nvPr>
            <p:ph idx="4" type="chart"/>
          </p:nvPr>
        </p:nvSpPr>
        <p:spPr>
          <a:xfrm>
            <a:off x="1" y="2346961"/>
            <a:ext cx="59841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17" name="Google Shape;517;p91"/>
          <p:cNvSpPr/>
          <p:nvPr>
            <p:ph idx="5" type="chart"/>
          </p:nvPr>
        </p:nvSpPr>
        <p:spPr>
          <a:xfrm>
            <a:off x="6212840" y="2346961"/>
            <a:ext cx="597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cxnSp>
        <p:nvCxnSpPr>
          <p:cNvPr id="518" name="Google Shape;518;p91"/>
          <p:cNvCxnSpPr/>
          <p:nvPr/>
        </p:nvCxnSpPr>
        <p:spPr>
          <a:xfrm>
            <a:off x="6212840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91"/>
          <p:cNvCxnSpPr/>
          <p:nvPr/>
        </p:nvCxnSpPr>
        <p:spPr>
          <a:xfrm>
            <a:off x="5081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Chart">
  <p:cSld name="Text and Chart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92"/>
          <p:cNvSpPr/>
          <p:nvPr/>
        </p:nvSpPr>
        <p:spPr>
          <a:xfrm>
            <a:off x="6212840" y="1869440"/>
            <a:ext cx="5979300" cy="3059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22" name="Google Shape;522;p92"/>
          <p:cNvSpPr txBox="1"/>
          <p:nvPr>
            <p:ph type="title"/>
          </p:nvPr>
        </p:nvSpPr>
        <p:spPr>
          <a:xfrm>
            <a:off x="609600" y="283464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92"/>
          <p:cNvSpPr txBox="1"/>
          <p:nvPr>
            <p:ph idx="1" type="body"/>
          </p:nvPr>
        </p:nvSpPr>
        <p:spPr>
          <a:xfrm>
            <a:off x="609600" y="5259347"/>
            <a:ext cx="56784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solidFill>
                  <a:schemeClr val="accent1"/>
                </a:solidFill>
              </a:defRPr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4" name="Google Shape;524;p92"/>
          <p:cNvSpPr txBox="1"/>
          <p:nvPr>
            <p:ph idx="2" type="body"/>
          </p:nvPr>
        </p:nvSpPr>
        <p:spPr>
          <a:xfrm>
            <a:off x="6212840" y="1921407"/>
            <a:ext cx="59793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5" name="Google Shape;525;p92"/>
          <p:cNvSpPr/>
          <p:nvPr>
            <p:ph idx="3" type="chart"/>
          </p:nvPr>
        </p:nvSpPr>
        <p:spPr>
          <a:xfrm>
            <a:off x="6212840" y="2346961"/>
            <a:ext cx="597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26" name="Google Shape;526;p92"/>
          <p:cNvSpPr txBox="1"/>
          <p:nvPr>
            <p:ph idx="4" type="body"/>
          </p:nvPr>
        </p:nvSpPr>
        <p:spPr>
          <a:xfrm>
            <a:off x="609600" y="1869440"/>
            <a:ext cx="5486400" cy="30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27" name="Google Shape;527;p92"/>
          <p:cNvCxnSpPr/>
          <p:nvPr/>
        </p:nvCxnSpPr>
        <p:spPr>
          <a:xfrm>
            <a:off x="6212840" y="1869440"/>
            <a:ext cx="5979300" cy="0"/>
          </a:xfrm>
          <a:prstGeom prst="straightConnector1">
            <a:avLst/>
          </a:prstGeom>
          <a:noFill/>
          <a:ln cap="flat" cmpd="sng" w="571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">
  <p:cSld name="Subtitle 2 column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3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93"/>
          <p:cNvSpPr txBox="1"/>
          <p:nvPr>
            <p:ph idx="1" type="body"/>
          </p:nvPr>
        </p:nvSpPr>
        <p:spPr>
          <a:xfrm>
            <a:off x="609600" y="1949590"/>
            <a:ext cx="53847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1" name="Google Shape;531;p93"/>
          <p:cNvSpPr txBox="1"/>
          <p:nvPr>
            <p:ph idx="2" type="body"/>
          </p:nvPr>
        </p:nvSpPr>
        <p:spPr>
          <a:xfrm>
            <a:off x="6197600" y="1949590"/>
            <a:ext cx="53847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2" name="Google Shape;532;p93"/>
          <p:cNvSpPr txBox="1"/>
          <p:nvPr>
            <p:ph idx="3" type="body"/>
          </p:nvPr>
        </p:nvSpPr>
        <p:spPr>
          <a:xfrm>
            <a:off x="609600" y="1386968"/>
            <a:ext cx="10972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ubtitle 2 column">
  <p:cSld name="1_Subtitle 2 column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4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5" name="Google Shape;535;p94"/>
          <p:cNvSpPr txBox="1"/>
          <p:nvPr>
            <p:ph idx="1" type="body"/>
          </p:nvPr>
        </p:nvSpPr>
        <p:spPr>
          <a:xfrm>
            <a:off x="609600" y="2849739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6" name="Google Shape;536;p94"/>
          <p:cNvSpPr txBox="1"/>
          <p:nvPr>
            <p:ph idx="2" type="body"/>
          </p:nvPr>
        </p:nvSpPr>
        <p:spPr>
          <a:xfrm>
            <a:off x="4385469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7" name="Google Shape;537;p94"/>
          <p:cNvSpPr txBox="1"/>
          <p:nvPr>
            <p:ph idx="3" type="body"/>
          </p:nvPr>
        </p:nvSpPr>
        <p:spPr>
          <a:xfrm>
            <a:off x="609600" y="219953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8" name="Google Shape;538;p94"/>
          <p:cNvSpPr txBox="1"/>
          <p:nvPr>
            <p:ph idx="4" type="body"/>
          </p:nvPr>
        </p:nvSpPr>
        <p:spPr>
          <a:xfrm>
            <a:off x="4385469" y="2199676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9" name="Google Shape;539;p94"/>
          <p:cNvSpPr txBox="1"/>
          <p:nvPr>
            <p:ph idx="5" type="body"/>
          </p:nvPr>
        </p:nvSpPr>
        <p:spPr>
          <a:xfrm>
            <a:off x="8161338" y="2199555"/>
            <a:ext cx="33834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40" name="Google Shape;540;p94"/>
          <p:cNvGrpSpPr/>
          <p:nvPr/>
        </p:nvGrpSpPr>
        <p:grpSpPr>
          <a:xfrm>
            <a:off x="4168140" y="1882070"/>
            <a:ext cx="3802380" cy="3891256"/>
            <a:chOff x="4168140" y="1666276"/>
            <a:chExt cx="3802380" cy="4107300"/>
          </a:xfrm>
        </p:grpSpPr>
        <p:cxnSp>
          <p:nvCxnSpPr>
            <p:cNvPr id="541" name="Google Shape;541;p94"/>
            <p:cNvCxnSpPr/>
            <p:nvPr/>
          </p:nvCxnSpPr>
          <p:spPr>
            <a:xfrm>
              <a:off x="4168140" y="1666276"/>
              <a:ext cx="0" cy="41073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94"/>
            <p:cNvCxnSpPr/>
            <p:nvPr/>
          </p:nvCxnSpPr>
          <p:spPr>
            <a:xfrm>
              <a:off x="7970520" y="1666276"/>
              <a:ext cx="0" cy="4107300"/>
            </a:xfrm>
            <a:prstGeom prst="straightConnector1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43" name="Google Shape;543;p94"/>
          <p:cNvSpPr txBox="1"/>
          <p:nvPr>
            <p:ph idx="6" type="body"/>
          </p:nvPr>
        </p:nvSpPr>
        <p:spPr>
          <a:xfrm>
            <a:off x="8153718" y="2849880"/>
            <a:ext cx="33834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2 column opt" type="twoTxTwoObj">
  <p:cSld name="TWO_OBJECTS_WITH_TEXT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5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95"/>
          <p:cNvSpPr txBox="1"/>
          <p:nvPr>
            <p:ph idx="1" type="body"/>
          </p:nvPr>
        </p:nvSpPr>
        <p:spPr>
          <a:xfrm>
            <a:off x="609599" y="1670328"/>
            <a:ext cx="5386800" cy="36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7" name="Google Shape;547;p95"/>
          <p:cNvSpPr txBox="1"/>
          <p:nvPr>
            <p:ph idx="2" type="body"/>
          </p:nvPr>
        </p:nvSpPr>
        <p:spPr>
          <a:xfrm>
            <a:off x="609600" y="2174875"/>
            <a:ext cx="5386800" cy="3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8" name="Google Shape;548;p95"/>
          <p:cNvSpPr txBox="1"/>
          <p:nvPr>
            <p:ph idx="3" type="body"/>
          </p:nvPr>
        </p:nvSpPr>
        <p:spPr>
          <a:xfrm>
            <a:off x="6193368" y="1670328"/>
            <a:ext cx="5388900" cy="36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9" name="Google Shape;549;p95"/>
          <p:cNvSpPr txBox="1"/>
          <p:nvPr>
            <p:ph idx="4" type="body"/>
          </p:nvPr>
        </p:nvSpPr>
        <p:spPr>
          <a:xfrm>
            <a:off x="6193368" y="2174875"/>
            <a:ext cx="5388900" cy="3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30200" lvl="5" marL="2743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6"/>
          <p:cNvSpPr/>
          <p:nvPr/>
        </p:nvSpPr>
        <p:spPr>
          <a:xfrm>
            <a:off x="5814060" y="0"/>
            <a:ext cx="3131700" cy="337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2" name="Google Shape;552;p96"/>
          <p:cNvSpPr/>
          <p:nvPr/>
        </p:nvSpPr>
        <p:spPr>
          <a:xfrm>
            <a:off x="9060180" y="0"/>
            <a:ext cx="3131700" cy="337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3" name="Google Shape;553;p96"/>
          <p:cNvSpPr/>
          <p:nvPr/>
        </p:nvSpPr>
        <p:spPr>
          <a:xfrm>
            <a:off x="5814060" y="3482386"/>
            <a:ext cx="3131700" cy="337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4" name="Google Shape;554;p96"/>
          <p:cNvSpPr/>
          <p:nvPr/>
        </p:nvSpPr>
        <p:spPr>
          <a:xfrm>
            <a:off x="9060180" y="3482386"/>
            <a:ext cx="3131700" cy="3375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5" name="Google Shape;555;p96"/>
          <p:cNvSpPr/>
          <p:nvPr/>
        </p:nvSpPr>
        <p:spPr>
          <a:xfrm>
            <a:off x="0" y="0"/>
            <a:ext cx="5814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6" name="Google Shape;556;p96"/>
          <p:cNvSpPr txBox="1"/>
          <p:nvPr>
            <p:ph type="title"/>
          </p:nvPr>
        </p:nvSpPr>
        <p:spPr>
          <a:xfrm>
            <a:off x="609600" y="851624"/>
            <a:ext cx="452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ource Sans Pro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96"/>
          <p:cNvSpPr txBox="1"/>
          <p:nvPr>
            <p:ph idx="1" type="body"/>
          </p:nvPr>
        </p:nvSpPr>
        <p:spPr>
          <a:xfrm>
            <a:off x="609600" y="2293938"/>
            <a:ext cx="45264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8" name="Google Shape;558;p96"/>
          <p:cNvSpPr txBox="1"/>
          <p:nvPr>
            <p:ph idx="2" type="body"/>
          </p:nvPr>
        </p:nvSpPr>
        <p:spPr>
          <a:xfrm>
            <a:off x="6096000" y="162337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9" name="Google Shape;559;p96"/>
          <p:cNvSpPr txBox="1"/>
          <p:nvPr>
            <p:ph idx="3" type="body"/>
          </p:nvPr>
        </p:nvSpPr>
        <p:spPr>
          <a:xfrm>
            <a:off x="9319260" y="162337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0" name="Google Shape;560;p96"/>
          <p:cNvSpPr txBox="1"/>
          <p:nvPr>
            <p:ph idx="4" type="body"/>
          </p:nvPr>
        </p:nvSpPr>
        <p:spPr>
          <a:xfrm>
            <a:off x="6096000" y="512095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1" name="Google Shape;561;p96"/>
          <p:cNvSpPr txBox="1"/>
          <p:nvPr>
            <p:ph idx="5" type="body"/>
          </p:nvPr>
        </p:nvSpPr>
        <p:spPr>
          <a:xfrm>
            <a:off x="9319260" y="5120958"/>
            <a:ext cx="25071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close up of a sign&#10;&#10;Description automatically generated" id="562" name="Google Shape;562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7207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P">
  <p:cSld name="STOP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5" name="Google Shape;565;p97"/>
          <p:cNvSpPr/>
          <p:nvPr/>
        </p:nvSpPr>
        <p:spPr>
          <a:xfrm>
            <a:off x="660400" y="1705451"/>
            <a:ext cx="10871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800"/>
              <a:buFont typeface="Source Sans Pro"/>
              <a:buNone/>
            </a:pPr>
            <a:r>
              <a:rPr b="0" i="0" lang="en-US" sz="138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Do not use layouts that come after this slide.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Source Sans Pro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are not approved for template use.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xt_Half Image">
  <p:cSld name="1_Text_Half Image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98"/>
          <p:cNvSpPr txBox="1"/>
          <p:nvPr>
            <p:ph type="title"/>
          </p:nvPr>
        </p:nvSpPr>
        <p:spPr>
          <a:xfrm>
            <a:off x="609600" y="283464"/>
            <a:ext cx="4998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3600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98"/>
          <p:cNvSpPr txBox="1"/>
          <p:nvPr>
            <p:ph idx="1" type="body"/>
          </p:nvPr>
        </p:nvSpPr>
        <p:spPr>
          <a:xfrm>
            <a:off x="609600" y="1600200"/>
            <a:ext cx="49986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–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30200" lvl="3" marL="1828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–"/>
              <a:defRPr/>
            </a:lvl4pPr>
            <a:lvl5pPr indent="-330200" lvl="4" marL="2286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lvl5pPr>
            <a:lvl6pPr indent="-355600" lvl="5" marL="2743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569" name="Google Shape;569;p98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70" name="Google Shape;570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4944427" y="5033963"/>
            <a:ext cx="2927985" cy="44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extLst>
    <p:ext uri="{DCECCB84-F9BA-43D5-87BE-67443E8EF086}">
      <p15:sldGuideLst>
        <p15:guide id="1" orient="horz" pos="122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4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35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41.xml"/><Relationship Id="rId6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5" Type="http://schemas.openxmlformats.org/officeDocument/2006/relationships/theme" Target="../theme/theme5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90.xml"/><Relationship Id="rId24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0.xml"/><Relationship Id="rId2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i="0" sz="36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09600" y="1600202"/>
            <a:ext cx="10972800" cy="410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42900" lvl="2" marL="13716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0" name="Google Shape;10;p1"/>
          <p:cNvSpPr txBox="1"/>
          <p:nvPr/>
        </p:nvSpPr>
        <p:spPr>
          <a:xfrm>
            <a:off x="-96455" y="6336582"/>
            <a:ext cx="70605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626147" y="6336582"/>
            <a:ext cx="386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SPP 1 - TTU</a:t>
            </a:r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613035" y="6336582"/>
            <a:ext cx="0" cy="26161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91149" y="5897410"/>
            <a:ext cx="1077470" cy="5699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i="0" sz="36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609600" y="1600202"/>
            <a:ext cx="109728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42900" lvl="2" marL="13716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 marR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44" name="Google Shape;144;p24"/>
          <p:cNvSpPr txBox="1"/>
          <p:nvPr/>
        </p:nvSpPr>
        <p:spPr>
          <a:xfrm>
            <a:off x="-96455" y="6336582"/>
            <a:ext cx="70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45" name="Google Shape;145;p24"/>
          <p:cNvCxnSpPr/>
          <p:nvPr/>
        </p:nvCxnSpPr>
        <p:spPr>
          <a:xfrm>
            <a:off x="613035" y="6336582"/>
            <a:ext cx="0" cy="261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i="0" sz="36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48"/>
          <p:cNvSpPr txBox="1"/>
          <p:nvPr>
            <p:ph idx="1" type="body"/>
          </p:nvPr>
        </p:nvSpPr>
        <p:spPr>
          <a:xfrm>
            <a:off x="609600" y="1600202"/>
            <a:ext cx="109728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77" name="Google Shape;277;p48"/>
          <p:cNvSpPr txBox="1"/>
          <p:nvPr/>
        </p:nvSpPr>
        <p:spPr>
          <a:xfrm>
            <a:off x="-96455" y="6336582"/>
            <a:ext cx="70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8" name="Google Shape;278;p48"/>
          <p:cNvSpPr txBox="1"/>
          <p:nvPr/>
        </p:nvSpPr>
        <p:spPr>
          <a:xfrm>
            <a:off x="626147" y="6336582"/>
            <a:ext cx="386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Program STIR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48"/>
          <p:cNvCxnSpPr/>
          <p:nvPr/>
        </p:nvCxnSpPr>
        <p:spPr>
          <a:xfrm>
            <a:off x="613035" y="6336582"/>
            <a:ext cx="0" cy="261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3"/>
          <p:cNvSpPr txBox="1"/>
          <p:nvPr>
            <p:ph type="title"/>
          </p:nvPr>
        </p:nvSpPr>
        <p:spPr>
          <a:xfrm>
            <a:off x="609600" y="28012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  <a:defRPr b="1" i="0" sz="3600" u="none" cap="none" strike="noStrik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2" name="Google Shape;422;p73"/>
          <p:cNvSpPr txBox="1"/>
          <p:nvPr>
            <p:ph idx="1" type="body"/>
          </p:nvPr>
        </p:nvSpPr>
        <p:spPr>
          <a:xfrm>
            <a:off x="609600" y="1600202"/>
            <a:ext cx="10972800" cy="4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423" name="Google Shape;423;p73"/>
          <p:cNvSpPr txBox="1"/>
          <p:nvPr/>
        </p:nvSpPr>
        <p:spPr>
          <a:xfrm>
            <a:off x="-96455" y="6336582"/>
            <a:ext cx="70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24" name="Google Shape;424;p73"/>
          <p:cNvSpPr txBox="1"/>
          <p:nvPr/>
        </p:nvSpPr>
        <p:spPr>
          <a:xfrm>
            <a:off x="626147" y="6336582"/>
            <a:ext cx="3867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Program STIR/ YBPU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73"/>
          <p:cNvCxnSpPr/>
          <p:nvPr/>
        </p:nvCxnSpPr>
        <p:spPr>
          <a:xfrm>
            <a:off x="613035" y="6336582"/>
            <a:ext cx="0" cy="261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4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7.jp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jpg"/><Relationship Id="rId4" Type="http://schemas.openxmlformats.org/officeDocument/2006/relationships/image" Target="../media/image22.png"/><Relationship Id="rId5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jpg"/><Relationship Id="rId4" Type="http://schemas.openxmlformats.org/officeDocument/2006/relationships/image" Target="../media/image22.png"/><Relationship Id="rId5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5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jpg"/><Relationship Id="rId4" Type="http://schemas.openxmlformats.org/officeDocument/2006/relationships/image" Target="../media/image22.png"/><Relationship Id="rId5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Relationship Id="rId5" Type="http://schemas.openxmlformats.org/officeDocument/2006/relationships/hyperlink" Target="https://forms.gle/Ep7Mr7jpcaXSWqSY6" TargetMode="External"/><Relationship Id="rId6" Type="http://schemas.openxmlformats.org/officeDocument/2006/relationships/image" Target="../media/image46.png"/><Relationship Id="rId7" Type="http://schemas.openxmlformats.org/officeDocument/2006/relationships/image" Target="../media/image52.jpg"/><Relationship Id="rId8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jp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9"/>
          <p:cNvSpPr txBox="1"/>
          <p:nvPr>
            <p:ph type="title"/>
          </p:nvPr>
        </p:nvSpPr>
        <p:spPr>
          <a:xfrm>
            <a:off x="609600" y="3921400"/>
            <a:ext cx="984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Source Sans Pro"/>
              <a:buNone/>
            </a:pPr>
            <a:r>
              <a:rPr lang="en-US" sz="4400">
                <a:solidFill>
                  <a:schemeClr val="accent2"/>
                </a:solidFill>
              </a:rPr>
              <a:t>APA YANG SAYA AKAN LAKUKAN DI SIKLUS PENINGKATAN PEMBELAJARAN (SPP) 1?</a:t>
            </a:r>
            <a:r>
              <a:rPr lang="en-US" sz="4400">
                <a:solidFill>
                  <a:schemeClr val="accent2"/>
                </a:solidFill>
              </a:rPr>
              <a:t> </a:t>
            </a:r>
            <a:endParaRPr sz="4400">
              <a:solidFill>
                <a:schemeClr val="accent2"/>
              </a:solidFill>
            </a:endParaRPr>
          </a:p>
        </p:txBody>
      </p:sp>
      <p:sp>
        <p:nvSpPr>
          <p:cNvPr id="577" name="Google Shape;577;p99"/>
          <p:cNvSpPr txBox="1"/>
          <p:nvPr>
            <p:ph idx="1" type="body"/>
          </p:nvPr>
        </p:nvSpPr>
        <p:spPr>
          <a:xfrm>
            <a:off x="609600" y="5064406"/>
            <a:ext cx="7442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3600"/>
              <a:t>2024</a:t>
            </a:r>
            <a:r>
              <a:rPr lang="en-US"/>
              <a:t> </a:t>
            </a:r>
            <a:endParaRPr/>
          </a:p>
        </p:txBody>
      </p:sp>
      <p:pic>
        <p:nvPicPr>
          <p:cNvPr id="578" name="Google Shape;57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648" y="690801"/>
            <a:ext cx="1595924" cy="125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939" y="764775"/>
            <a:ext cx="3207788" cy="125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rkas:Lambang Kabupaten Malaka.png - Wikipedia bahasa Indonesia ..." id="580" name="Google Shape;580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9775" y="299756"/>
            <a:ext cx="1595925" cy="1716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0"/>
          <p:cNvSpPr txBox="1"/>
          <p:nvPr>
            <p:ph type="title"/>
          </p:nvPr>
        </p:nvSpPr>
        <p:spPr>
          <a:xfrm>
            <a:off x="409574" y="-11"/>
            <a:ext cx="543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</a:pPr>
            <a:r>
              <a:rPr lang="en-US" sz="4100">
                <a:solidFill>
                  <a:schemeClr val="accent2"/>
                </a:solidFill>
              </a:rPr>
              <a:t>TUJUAN </a:t>
            </a:r>
            <a:endParaRPr sz="4100">
              <a:solidFill>
                <a:schemeClr val="accent2"/>
              </a:solidFill>
            </a:endParaRPr>
          </a:p>
        </p:txBody>
      </p:sp>
      <p:sp>
        <p:nvSpPr>
          <p:cNvPr id="586" name="Google Shape;586;p100"/>
          <p:cNvSpPr txBox="1"/>
          <p:nvPr>
            <p:ph idx="1" type="body"/>
          </p:nvPr>
        </p:nvSpPr>
        <p:spPr>
          <a:xfrm>
            <a:off x="1115362" y="1409150"/>
            <a:ext cx="4996800" cy="4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</a:t>
            </a:r>
            <a:r>
              <a:rPr lang="en-US" sz="2500"/>
              <a:t>memahami</a:t>
            </a:r>
            <a:r>
              <a:rPr lang="en-US" sz="2500"/>
              <a:t> peran saya sebagai Kepala Sekolah dalam SPP</a:t>
            </a:r>
            <a:endParaRPr sz="2500"/>
          </a:p>
          <a:p>
            <a:pPr indent="0" lvl="0" marL="2270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2270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pendampingan yang saya terima dari Pengawas dan Fasilitator Daerah (Fasda)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tema SPP 1</a:t>
            </a:r>
            <a:endParaRPr sz="2700"/>
          </a:p>
        </p:txBody>
      </p:sp>
      <p:pic>
        <p:nvPicPr>
          <p:cNvPr id="587" name="Google Shape;587;p100"/>
          <p:cNvPicPr preferRelativeResize="0"/>
          <p:nvPr/>
        </p:nvPicPr>
        <p:blipFill rotWithShape="1">
          <a:blip r:embed="rId3">
            <a:alphaModFix/>
          </a:blip>
          <a:srcRect b="0" l="31927" r="19061" t="0"/>
          <a:stretch/>
        </p:blipFill>
        <p:spPr>
          <a:xfrm>
            <a:off x="6210675" y="-22050"/>
            <a:ext cx="597549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784846" y="5048389"/>
            <a:ext cx="2927985" cy="441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00"/>
          <p:cNvSpPr/>
          <p:nvPr/>
        </p:nvSpPr>
        <p:spPr>
          <a:xfrm>
            <a:off x="480450" y="161552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90" name="Google Shape;590;p100"/>
          <p:cNvSpPr/>
          <p:nvPr/>
        </p:nvSpPr>
        <p:spPr>
          <a:xfrm>
            <a:off x="480450" y="3147550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591" name="Google Shape;591;p100"/>
          <p:cNvSpPr/>
          <p:nvPr/>
        </p:nvSpPr>
        <p:spPr>
          <a:xfrm>
            <a:off x="480425" y="485347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01"/>
          <p:cNvSpPr/>
          <p:nvPr/>
        </p:nvSpPr>
        <p:spPr>
          <a:xfrm>
            <a:off x="658150" y="473875"/>
            <a:ext cx="10978200" cy="566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98" name="Google Shape;598;p101"/>
          <p:cNvSpPr/>
          <p:nvPr/>
        </p:nvSpPr>
        <p:spPr>
          <a:xfrm>
            <a:off x="750300" y="579175"/>
            <a:ext cx="10793700" cy="544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99" name="Google Shape;599;p101"/>
          <p:cNvPicPr preferRelativeResize="0"/>
          <p:nvPr/>
        </p:nvPicPr>
        <p:blipFill rotWithShape="1">
          <a:blip r:embed="rId3">
            <a:alphaModFix/>
          </a:blip>
          <a:srcRect b="0" l="10000" r="10000" t="0"/>
          <a:stretch/>
        </p:blipFill>
        <p:spPr>
          <a:xfrm>
            <a:off x="5470627" y="2"/>
            <a:ext cx="1518999" cy="15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101"/>
          <p:cNvSpPr txBox="1"/>
          <p:nvPr/>
        </p:nvSpPr>
        <p:spPr>
          <a:xfrm>
            <a:off x="1255325" y="2267575"/>
            <a:ext cx="10017000" cy="19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Apa saja peran Bapak/Ibu sebagai seorang Kepala Sekolah?</a:t>
            </a:r>
            <a:endParaRPr b="1" sz="3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(silakan sampaikan pendapat Bapak/Ibu)</a:t>
            </a:r>
            <a:endParaRPr b="1"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57C4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2"/>
          <p:cNvSpPr txBox="1"/>
          <p:nvPr>
            <p:ph idx="1" type="body"/>
          </p:nvPr>
        </p:nvSpPr>
        <p:spPr>
          <a:xfrm>
            <a:off x="1150650" y="2333542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5100"/>
              <a:t>PERAN</a:t>
            </a:r>
            <a:endParaRPr b="1" sz="5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5100"/>
              <a:t>KEPALA SEKOLAH</a:t>
            </a:r>
            <a:endParaRPr b="1" sz="5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5100"/>
              <a:t>DALAM SIKLUS PENINGKATAN</a:t>
            </a:r>
            <a:endParaRPr b="1" sz="5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5100"/>
              <a:t> PEMBELAJARAN (SPP)</a:t>
            </a:r>
            <a:endParaRPr b="1" sz="5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5100"/>
              <a:t> </a:t>
            </a:r>
            <a:endParaRPr b="1" sz="5100"/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3"/>
          <p:cNvSpPr txBox="1"/>
          <p:nvPr/>
        </p:nvSpPr>
        <p:spPr>
          <a:xfrm>
            <a:off x="629700" y="240650"/>
            <a:ext cx="10932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PERAN UTAMA KEPALA SEKOLAH</a:t>
            </a: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:</a:t>
            </a:r>
            <a:endParaRPr b="1" sz="34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PERENCANAAN, PELAKSANAAN DAN SUPERVISI</a:t>
            </a:r>
            <a:endParaRPr b="1" sz="34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103"/>
          <p:cNvSpPr txBox="1"/>
          <p:nvPr/>
        </p:nvSpPr>
        <p:spPr>
          <a:xfrm>
            <a:off x="7322850" y="1529200"/>
            <a:ext cx="4427100" cy="4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Kepala Sekolah merencanakan  </a:t>
            </a:r>
            <a:r>
              <a:rPr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Pelatihan guru di </a:t>
            </a:r>
            <a:r>
              <a:rPr b="1"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Komunitas Belajar Sekolah</a:t>
            </a:r>
            <a:r>
              <a:rPr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dengan pendampingan Pengawas dan Fasilitator </a:t>
            </a:r>
            <a:r>
              <a:rPr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Daerah</a:t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Kepala Sekolah memfasilitasi</a:t>
            </a:r>
            <a:r>
              <a:rPr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pelatihan kepada Guru untuk konten tema SPP </a:t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AutoNum type="arabicPeriod"/>
            </a:pPr>
            <a:r>
              <a:rPr b="1"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Kepala Sekolah</a:t>
            </a:r>
            <a:r>
              <a:rPr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melakukan </a:t>
            </a:r>
            <a:r>
              <a:rPr b="1" lang="en-US" sz="2000" u="sng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Observasi Kelas</a:t>
            </a:r>
            <a:r>
              <a:rPr lang="en-US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kepada Guru dan memberikan umpan balik untuk perbaikan</a:t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12" name="Google Shape;612;p103"/>
          <p:cNvPicPr preferRelativeResize="0"/>
          <p:nvPr/>
        </p:nvPicPr>
        <p:blipFill rotWithShape="1">
          <a:blip r:embed="rId3">
            <a:alphaModFix/>
          </a:blip>
          <a:srcRect b="0" l="3560" r="3477" t="0"/>
          <a:stretch/>
        </p:blipFill>
        <p:spPr>
          <a:xfrm>
            <a:off x="416900" y="1285050"/>
            <a:ext cx="6961301" cy="42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04"/>
          <p:cNvSpPr txBox="1"/>
          <p:nvPr>
            <p:ph type="title"/>
          </p:nvPr>
        </p:nvSpPr>
        <p:spPr>
          <a:xfrm>
            <a:off x="409574" y="-11"/>
            <a:ext cx="543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</a:pPr>
            <a:r>
              <a:rPr lang="en-US" sz="4100">
                <a:solidFill>
                  <a:schemeClr val="accent2"/>
                </a:solidFill>
              </a:rPr>
              <a:t>TUJUAN </a:t>
            </a:r>
            <a:endParaRPr sz="4100">
              <a:solidFill>
                <a:schemeClr val="accent2"/>
              </a:solidFill>
            </a:endParaRPr>
          </a:p>
        </p:txBody>
      </p:sp>
      <p:pic>
        <p:nvPicPr>
          <p:cNvPr id="618" name="Google Shape;618;p104"/>
          <p:cNvPicPr preferRelativeResize="0"/>
          <p:nvPr/>
        </p:nvPicPr>
        <p:blipFill rotWithShape="1">
          <a:blip r:embed="rId3">
            <a:alphaModFix/>
          </a:blip>
          <a:srcRect b="0" l="31927" r="19061" t="0"/>
          <a:stretch/>
        </p:blipFill>
        <p:spPr>
          <a:xfrm>
            <a:off x="6210675" y="-22050"/>
            <a:ext cx="597549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784846" y="5048389"/>
            <a:ext cx="2927985" cy="44196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104"/>
          <p:cNvSpPr/>
          <p:nvPr/>
        </p:nvSpPr>
        <p:spPr>
          <a:xfrm>
            <a:off x="480450" y="161552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21" name="Google Shape;621;p104"/>
          <p:cNvSpPr/>
          <p:nvPr/>
        </p:nvSpPr>
        <p:spPr>
          <a:xfrm>
            <a:off x="480450" y="3147550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22" name="Google Shape;622;p104"/>
          <p:cNvSpPr/>
          <p:nvPr/>
        </p:nvSpPr>
        <p:spPr>
          <a:xfrm>
            <a:off x="480425" y="485347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623" name="Google Shape;623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650" y="1416928"/>
            <a:ext cx="775700" cy="775681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04"/>
          <p:cNvSpPr txBox="1"/>
          <p:nvPr>
            <p:ph idx="1" type="body"/>
          </p:nvPr>
        </p:nvSpPr>
        <p:spPr>
          <a:xfrm>
            <a:off x="1115362" y="1409150"/>
            <a:ext cx="4996800" cy="4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peran saya sebagai Kepala Sekolah dalam SPP</a:t>
            </a:r>
            <a:endParaRPr sz="2500"/>
          </a:p>
          <a:p>
            <a:pPr indent="0" lvl="0" marL="2270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2270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pendampingan yang saya terima dari Pengawas dan Fasilitator Daerah (Fasda)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tema SPP 1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57C4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05"/>
          <p:cNvSpPr txBox="1"/>
          <p:nvPr>
            <p:ph idx="1" type="body"/>
          </p:nvPr>
        </p:nvSpPr>
        <p:spPr>
          <a:xfrm>
            <a:off x="1150650" y="2333542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5100"/>
              <a:t>PENDAMPINGAN PENGAWAS KEPADA KEPALA SEKOLAH</a:t>
            </a:r>
            <a:endParaRPr b="1" sz="5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5100"/>
              <a:t> </a:t>
            </a:r>
            <a:endParaRPr b="1" sz="5100"/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6"/>
          <p:cNvSpPr txBox="1"/>
          <p:nvPr/>
        </p:nvSpPr>
        <p:spPr>
          <a:xfrm>
            <a:off x="340950" y="125125"/>
            <a:ext cx="10932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PERAN UTAMA PENGAWAS BAGI </a:t>
            </a: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KEPALA SEKOLAH</a:t>
            </a:r>
            <a:endParaRPr b="1" sz="34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35" name="Google Shape;635;p106"/>
          <p:cNvPicPr preferRelativeResize="0"/>
          <p:nvPr/>
        </p:nvPicPr>
        <p:blipFill rotWithShape="1">
          <a:blip r:embed="rId3">
            <a:alphaModFix/>
          </a:blip>
          <a:srcRect b="6437" l="14057" r="15056" t="0"/>
          <a:stretch/>
        </p:blipFill>
        <p:spPr>
          <a:xfrm>
            <a:off x="116050" y="982825"/>
            <a:ext cx="7163049" cy="5502376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06"/>
          <p:cNvSpPr txBox="1"/>
          <p:nvPr/>
        </p:nvSpPr>
        <p:spPr>
          <a:xfrm>
            <a:off x="7279100" y="1169725"/>
            <a:ext cx="4912800" cy="55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urce Sans Pro"/>
              <a:buChar char="●"/>
            </a:pP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Pengawas bersama </a:t>
            </a: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Fasilitator Daerah dan STIR 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melakukan pendampingan sebelum Kepala Sekolah </a:t>
            </a: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memfasilitasi Pelatihan Guru </a:t>
            </a:r>
            <a:endParaRPr b="1"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urce Sans Pro"/>
              <a:buChar char="●"/>
            </a:pP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Pengawas dan Fasilitator Daerah bersama STIR 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akan mendampingi </a:t>
            </a: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Kepala Sekolah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dalam  </a:t>
            </a: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mengkoordinasikan pelaksanaan kegiatan pelatihan dan pendampingan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di KKG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Source Sans Pro"/>
              <a:buChar char="●"/>
            </a:pP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Pengawas dan Fasilitator Daerah bersama STIR 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akan melakukan pendampingan bagi </a:t>
            </a: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Kepala Sekolah 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dalam melakukan</a:t>
            </a: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observasi kelas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untuk </a:t>
            </a:r>
            <a:r>
              <a:rPr b="1"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berefleksi, berbagi praktik baik dan umpan balik</a:t>
            </a:r>
            <a:r>
              <a:rPr lang="en-US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untuk mengoptimalkan kualitas pembelajaran guru di kelas.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7"/>
          <p:cNvSpPr txBox="1"/>
          <p:nvPr>
            <p:ph idx="1" type="body"/>
          </p:nvPr>
        </p:nvSpPr>
        <p:spPr>
          <a:xfrm>
            <a:off x="1429721" y="2597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Apa rekan-rekan memiliki pertanyaan?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642" name="Google Shape;642;p107"/>
          <p:cNvSpPr txBox="1"/>
          <p:nvPr>
            <p:ph type="title"/>
          </p:nvPr>
        </p:nvSpPr>
        <p:spPr>
          <a:xfrm>
            <a:off x="1150625" y="1542425"/>
            <a:ext cx="9085500" cy="83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RUANG BERTANYA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43" name="Google Shape;643;p107"/>
          <p:cNvSpPr/>
          <p:nvPr/>
        </p:nvSpPr>
        <p:spPr>
          <a:xfrm>
            <a:off x="10369025" y="5746250"/>
            <a:ext cx="1674600" cy="83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8"/>
          <p:cNvSpPr txBox="1"/>
          <p:nvPr>
            <p:ph type="title"/>
          </p:nvPr>
        </p:nvSpPr>
        <p:spPr>
          <a:xfrm>
            <a:off x="409574" y="-11"/>
            <a:ext cx="543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</a:pPr>
            <a:r>
              <a:rPr lang="en-US" sz="4100">
                <a:solidFill>
                  <a:schemeClr val="accent2"/>
                </a:solidFill>
              </a:rPr>
              <a:t>TUJUAN </a:t>
            </a:r>
            <a:endParaRPr sz="4100">
              <a:solidFill>
                <a:schemeClr val="accent2"/>
              </a:solidFill>
            </a:endParaRPr>
          </a:p>
        </p:txBody>
      </p:sp>
      <p:pic>
        <p:nvPicPr>
          <p:cNvPr id="649" name="Google Shape;649;p108"/>
          <p:cNvPicPr preferRelativeResize="0"/>
          <p:nvPr/>
        </p:nvPicPr>
        <p:blipFill rotWithShape="1">
          <a:blip r:embed="rId3">
            <a:alphaModFix/>
          </a:blip>
          <a:srcRect b="0" l="31927" r="19061" t="0"/>
          <a:stretch/>
        </p:blipFill>
        <p:spPr>
          <a:xfrm>
            <a:off x="6210675" y="-22050"/>
            <a:ext cx="597549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784846" y="5048389"/>
            <a:ext cx="2927985" cy="44196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08"/>
          <p:cNvSpPr/>
          <p:nvPr/>
        </p:nvSpPr>
        <p:spPr>
          <a:xfrm>
            <a:off x="480450" y="161552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52" name="Google Shape;652;p108"/>
          <p:cNvSpPr/>
          <p:nvPr/>
        </p:nvSpPr>
        <p:spPr>
          <a:xfrm>
            <a:off x="480450" y="3147550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53" name="Google Shape;653;p108"/>
          <p:cNvSpPr/>
          <p:nvPr/>
        </p:nvSpPr>
        <p:spPr>
          <a:xfrm>
            <a:off x="480425" y="485347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654" name="Google Shape;654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650" y="1416928"/>
            <a:ext cx="775700" cy="77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650" y="3041165"/>
            <a:ext cx="775700" cy="775681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108"/>
          <p:cNvSpPr txBox="1"/>
          <p:nvPr>
            <p:ph idx="1" type="body"/>
          </p:nvPr>
        </p:nvSpPr>
        <p:spPr>
          <a:xfrm>
            <a:off x="1115362" y="1409150"/>
            <a:ext cx="4996800" cy="4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peran saya sebagai Kepala Sekolah dalam Siklus Peningkatan Pembelajaran (SPP)</a:t>
            </a:r>
            <a:endParaRPr sz="2500"/>
          </a:p>
          <a:p>
            <a:pPr indent="0" lvl="0" marL="2270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pendampingan yang saya terima dari Pengawas dan Fasilitator Daerah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tema SPP 1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57C4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09"/>
          <p:cNvSpPr txBox="1"/>
          <p:nvPr>
            <p:ph idx="1" type="body"/>
          </p:nvPr>
        </p:nvSpPr>
        <p:spPr>
          <a:xfrm>
            <a:off x="1150650" y="3009592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lang="en-US" sz="4900"/>
              <a:t>APA TEMA SPP 1?</a:t>
            </a:r>
            <a:endParaRPr b="1" sz="5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t/>
            </a:r>
            <a:endParaRPr b="1" sz="5100"/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0"/>
          <p:cNvSpPr txBox="1"/>
          <p:nvPr/>
        </p:nvSpPr>
        <p:spPr>
          <a:xfrm>
            <a:off x="629700" y="393050"/>
            <a:ext cx="10932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TEMA SPP 1: </a:t>
            </a:r>
            <a:endParaRPr b="1" sz="34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POLA PIKIR BERKEMBANG </a:t>
            </a:r>
            <a:r>
              <a:rPr b="1" i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(GROWTH MINDSET) </a:t>
            </a:r>
            <a:endParaRPr b="1" i="1" sz="34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67" name="Google Shape;667;p110"/>
          <p:cNvSpPr txBox="1"/>
          <p:nvPr/>
        </p:nvSpPr>
        <p:spPr>
          <a:xfrm>
            <a:off x="685425" y="2560375"/>
            <a:ext cx="8099100" cy="3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Sans Pro"/>
              <a:buAutoNum type="arabicPeriod"/>
            </a:pP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Menurut Bapak/ Ibu, apakah kecakapan seseorang adalah bawaan sejak lahir?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Sans Pro"/>
              <a:buAutoNum type="arabicPeriod"/>
            </a:pP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Apakah Bapak/ Ibu lebih mengutamakan proses atau hasil?  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Sans Pro"/>
              <a:buAutoNum type="arabicPeriod"/>
            </a:pP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Bagaimana perasaan Bapak/ Ibu apabila melihat kesuksesan seseorang? </a:t>
            </a:r>
            <a:endParaRPr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68" name="Google Shape;668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7425" y="3092752"/>
            <a:ext cx="3602175" cy="36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10"/>
          <p:cNvSpPr txBox="1"/>
          <p:nvPr/>
        </p:nvSpPr>
        <p:spPr>
          <a:xfrm>
            <a:off x="432050" y="906433"/>
            <a:ext cx="82296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889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889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3C78D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   </a:t>
            </a:r>
            <a:r>
              <a:rPr lang="en-US" sz="3300">
                <a:solidFill>
                  <a:srgbClr val="3C78D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Silakan sampaikan pendapat Bapak/Ibu</a:t>
            </a:r>
            <a:r>
              <a:rPr lang="en-US" sz="4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37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70" name="Google Shape;670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425" y="1531626"/>
            <a:ext cx="813400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1"/>
          <p:cNvSpPr txBox="1"/>
          <p:nvPr/>
        </p:nvSpPr>
        <p:spPr>
          <a:xfrm>
            <a:off x="629700" y="393050"/>
            <a:ext cx="10932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FOKUS </a:t>
            </a:r>
            <a:r>
              <a:rPr b="1" lang="en-US" sz="34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KECAKAPAN</a:t>
            </a:r>
            <a:endParaRPr b="1" sz="34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76" name="Google Shape;676;p111"/>
          <p:cNvSpPr txBox="1"/>
          <p:nvPr/>
        </p:nvSpPr>
        <p:spPr>
          <a:xfrm>
            <a:off x="685425" y="1463300"/>
            <a:ext cx="10621800" cy="4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Pengawas Sekolah/ Kepala Sekolah:</a:t>
            </a:r>
            <a:endParaRPr b="1"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8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Sans Pro"/>
              <a:buChar char="●"/>
            </a:pPr>
            <a:r>
              <a:rPr b="1"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Fokus 1:</a:t>
            </a: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Pola Pikir Berkembang  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8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Sans Pro"/>
              <a:buChar char="●"/>
            </a:pPr>
            <a:r>
              <a:rPr b="1"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Fokus 2:</a:t>
            </a: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Memberikan Apresiasi 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8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Sans Pro"/>
              <a:buChar char="●"/>
            </a:pPr>
            <a:r>
              <a:rPr b="1"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Fokus 3: </a:t>
            </a: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Memfasilitasi Pelatihan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Guru: </a:t>
            </a:r>
            <a:endParaRPr b="1"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8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Sans Pro"/>
              <a:buChar char="●"/>
            </a:pPr>
            <a:r>
              <a:rPr b="1"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KKG 1: </a:t>
            </a: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Pola Pikir Berkembang 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438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Sans Pro"/>
              <a:buChar char="●"/>
            </a:pPr>
            <a:r>
              <a:rPr b="1"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KKG 2: </a:t>
            </a: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Menormalisasi Kesalahan 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                         dalam Pembelajaran</a:t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77" name="Google Shape;677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7575" y="2472100"/>
            <a:ext cx="3715625" cy="371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2"/>
          <p:cNvSpPr txBox="1"/>
          <p:nvPr>
            <p:ph idx="1" type="body"/>
          </p:nvPr>
        </p:nvSpPr>
        <p:spPr>
          <a:xfrm>
            <a:off x="1429721" y="2597659"/>
            <a:ext cx="9890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Apa rekan-rekan memiliki pertanyaan?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683" name="Google Shape;683;p112"/>
          <p:cNvSpPr txBox="1"/>
          <p:nvPr>
            <p:ph type="title"/>
          </p:nvPr>
        </p:nvSpPr>
        <p:spPr>
          <a:xfrm>
            <a:off x="1150625" y="1542425"/>
            <a:ext cx="9085500" cy="83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RUANG BERTANYA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84" name="Google Shape;684;p112"/>
          <p:cNvSpPr/>
          <p:nvPr/>
        </p:nvSpPr>
        <p:spPr>
          <a:xfrm>
            <a:off x="10369025" y="5746250"/>
            <a:ext cx="1674600" cy="838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3"/>
          <p:cNvSpPr txBox="1"/>
          <p:nvPr>
            <p:ph type="title"/>
          </p:nvPr>
        </p:nvSpPr>
        <p:spPr>
          <a:xfrm>
            <a:off x="409574" y="-11"/>
            <a:ext cx="5438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Source Sans Pro"/>
              <a:buNone/>
            </a:pPr>
            <a:r>
              <a:rPr lang="en-US" sz="4100">
                <a:solidFill>
                  <a:schemeClr val="accent2"/>
                </a:solidFill>
              </a:rPr>
              <a:t>TUJUAN </a:t>
            </a:r>
            <a:endParaRPr sz="4100">
              <a:solidFill>
                <a:schemeClr val="accent2"/>
              </a:solidFill>
            </a:endParaRPr>
          </a:p>
        </p:txBody>
      </p:sp>
      <p:pic>
        <p:nvPicPr>
          <p:cNvPr id="690" name="Google Shape;690;p113"/>
          <p:cNvPicPr preferRelativeResize="0"/>
          <p:nvPr/>
        </p:nvPicPr>
        <p:blipFill rotWithShape="1">
          <a:blip r:embed="rId3">
            <a:alphaModFix/>
          </a:blip>
          <a:srcRect b="0" l="31927" r="19061" t="0"/>
          <a:stretch/>
        </p:blipFill>
        <p:spPr>
          <a:xfrm>
            <a:off x="6210675" y="-22050"/>
            <a:ext cx="597549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784846" y="5048389"/>
            <a:ext cx="2927985" cy="44196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113"/>
          <p:cNvSpPr/>
          <p:nvPr/>
        </p:nvSpPr>
        <p:spPr>
          <a:xfrm>
            <a:off x="480450" y="161552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93" name="Google Shape;693;p113"/>
          <p:cNvSpPr/>
          <p:nvPr/>
        </p:nvSpPr>
        <p:spPr>
          <a:xfrm>
            <a:off x="480450" y="3147550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94" name="Google Shape;694;p113"/>
          <p:cNvSpPr/>
          <p:nvPr/>
        </p:nvSpPr>
        <p:spPr>
          <a:xfrm>
            <a:off x="480425" y="4853475"/>
            <a:ext cx="536400" cy="5076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695" name="Google Shape;695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650" y="1416928"/>
            <a:ext cx="775700" cy="77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650" y="3041165"/>
            <a:ext cx="775700" cy="77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650" y="4665415"/>
            <a:ext cx="775700" cy="775681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113"/>
          <p:cNvSpPr txBox="1"/>
          <p:nvPr>
            <p:ph idx="1" type="body"/>
          </p:nvPr>
        </p:nvSpPr>
        <p:spPr>
          <a:xfrm>
            <a:off x="1115362" y="1409150"/>
            <a:ext cx="4996800" cy="4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peran saya sebagai Kepala Sekolah dalam Siklus Peningkatan Pembelajaran (SPP)</a:t>
            </a:r>
            <a:endParaRPr sz="2500"/>
          </a:p>
          <a:p>
            <a:pPr indent="0" lvl="0" marL="2270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22701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pendampingan yang saya terima dari Pengawas dan Fasilitator Daerah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Saya memahami tema SPP 1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4"/>
          <p:cNvSpPr txBox="1"/>
          <p:nvPr>
            <p:ph type="title"/>
          </p:nvPr>
        </p:nvSpPr>
        <p:spPr>
          <a:xfrm>
            <a:off x="3315325" y="956775"/>
            <a:ext cx="5724000" cy="1028700"/>
          </a:xfrm>
          <a:prstGeom prst="rect">
            <a:avLst/>
          </a:prstGeom>
          <a:solidFill>
            <a:srgbClr val="0E57C4"/>
          </a:solidFill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5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ASESMEN AWAL</a:t>
            </a:r>
            <a:endParaRPr b="1" sz="6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04" name="Google Shape;704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549" y="5313928"/>
            <a:ext cx="1111220" cy="871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8103" y="5513693"/>
            <a:ext cx="1111229" cy="587074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114"/>
          <p:cNvSpPr txBox="1"/>
          <p:nvPr/>
        </p:nvSpPr>
        <p:spPr>
          <a:xfrm>
            <a:off x="4632075" y="2970550"/>
            <a:ext cx="68892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u="sng">
                <a:solidFill>
                  <a:schemeClr val="hlink"/>
                </a:solidFill>
                <a:hlinkClick r:id="rId5"/>
              </a:rPr>
              <a:t>https://forms.gle/Ep7Mr7jpcaXSWqSY6</a:t>
            </a:r>
            <a:endParaRPr sz="4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707" name="Google Shape;707;p114"/>
          <p:cNvGrpSpPr/>
          <p:nvPr/>
        </p:nvGrpSpPr>
        <p:grpSpPr>
          <a:xfrm>
            <a:off x="1091248" y="957410"/>
            <a:ext cx="1850310" cy="3837908"/>
            <a:chOff x="2547150" y="238125"/>
            <a:chExt cx="2525675" cy="5238750"/>
          </a:xfrm>
        </p:grpSpPr>
        <p:sp>
          <p:nvSpPr>
            <p:cNvPr id="708" name="Google Shape;708;p114"/>
            <p:cNvSpPr/>
            <p:nvPr/>
          </p:nvSpPr>
          <p:spPr>
            <a:xfrm>
              <a:off x="2547150" y="238125"/>
              <a:ext cx="2525675" cy="5238750"/>
            </a:xfrm>
            <a:custGeom>
              <a:rect b="b" l="l" r="r" t="t"/>
              <a:pathLst>
                <a:path extrusionOk="0" h="209550" w="101027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114"/>
            <p:cNvSpPr/>
            <p:nvPr/>
          </p:nvSpPr>
          <p:spPr>
            <a:xfrm>
              <a:off x="3557025" y="5147100"/>
              <a:ext cx="504050" cy="179900"/>
            </a:xfrm>
            <a:custGeom>
              <a:rect b="b" l="l" r="r" t="t"/>
              <a:pathLst>
                <a:path extrusionOk="0" h="7196" w="20162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14"/>
            <p:cNvSpPr/>
            <p:nvPr/>
          </p:nvSpPr>
          <p:spPr>
            <a:xfrm>
              <a:off x="3008050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EFEFE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14"/>
            <p:cNvSpPr/>
            <p:nvPr/>
          </p:nvSpPr>
          <p:spPr>
            <a:xfrm>
              <a:off x="3566400" y="434850"/>
              <a:ext cx="487175" cy="76850"/>
            </a:xfrm>
            <a:custGeom>
              <a:rect b="b" l="l" r="r" t="t"/>
              <a:pathLst>
                <a:path extrusionOk="0" h="3074" w="19487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2" name="Google Shape;712;p114"/>
          <p:cNvSpPr/>
          <p:nvPr/>
        </p:nvSpPr>
        <p:spPr>
          <a:xfrm>
            <a:off x="1220250" y="1484875"/>
            <a:ext cx="1083600" cy="43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/>
              <a:t>ASESMEN</a:t>
            </a:r>
            <a:endParaRPr b="1"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AWAL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Google Shape;713;p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80055" y="1408673"/>
            <a:ext cx="399093" cy="5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114"/>
          <p:cNvPicPr preferRelativeResize="0"/>
          <p:nvPr/>
        </p:nvPicPr>
        <p:blipFill rotWithShape="1">
          <a:blip r:embed="rId7">
            <a:alphaModFix/>
          </a:blip>
          <a:srcRect b="22447" l="0" r="0" t="11144"/>
          <a:stretch/>
        </p:blipFill>
        <p:spPr>
          <a:xfrm>
            <a:off x="1140425" y="1947675"/>
            <a:ext cx="1745649" cy="2510024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114"/>
          <p:cNvSpPr txBox="1"/>
          <p:nvPr/>
        </p:nvSpPr>
        <p:spPr>
          <a:xfrm>
            <a:off x="3405525" y="2894350"/>
            <a:ext cx="1317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CC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Link:</a:t>
            </a:r>
            <a:endParaRPr b="1" sz="3500">
              <a:solidFill>
                <a:srgbClr val="CC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6" name="Google Shape;716;p114"/>
          <p:cNvSpPr txBox="1"/>
          <p:nvPr/>
        </p:nvSpPr>
        <p:spPr>
          <a:xfrm>
            <a:off x="3329325" y="2074625"/>
            <a:ext cx="5793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Mohon Bapak/Ibu mengisi asesmen awal dengan link di bawah ini:</a:t>
            </a:r>
            <a:endParaRPr sz="24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17" name="Google Shape;717;p1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53825" y="3627550"/>
            <a:ext cx="2849451" cy="28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1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10" t="0"/>
          <a:stretch/>
        </p:blipFill>
        <p:spPr>
          <a:xfrm>
            <a:off x="-2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15"/>
          <p:cNvSpPr/>
          <p:nvPr/>
        </p:nvSpPr>
        <p:spPr>
          <a:xfrm>
            <a:off x="0" y="5126400"/>
            <a:ext cx="12192000" cy="1731600"/>
          </a:xfrm>
          <a:prstGeom prst="rect">
            <a:avLst/>
          </a:prstGeom>
          <a:solidFill>
            <a:srgbClr val="0E57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24" name="Google Shape;724;p115"/>
          <p:cNvSpPr txBox="1"/>
          <p:nvPr>
            <p:ph type="title"/>
          </p:nvPr>
        </p:nvSpPr>
        <p:spPr>
          <a:xfrm>
            <a:off x="5044611" y="4963530"/>
            <a:ext cx="68016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Source Sans Pro"/>
              <a:buNone/>
            </a:pPr>
            <a:r>
              <a:rPr lang="en-US" sz="4400"/>
              <a:t>TERIMA KASIH</a:t>
            </a:r>
            <a:endParaRPr/>
          </a:p>
        </p:txBody>
      </p:sp>
      <p:pic>
        <p:nvPicPr>
          <p:cNvPr id="725" name="Google Shape;725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3757487" y="5334361"/>
            <a:ext cx="1797850" cy="172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ir">
      <a:dk1>
        <a:srgbClr val="000000"/>
      </a:dk1>
      <a:lt1>
        <a:srgbClr val="FFFFFF"/>
      </a:lt1>
      <a:dk2>
        <a:srgbClr val="E52026"/>
      </a:dk2>
      <a:lt2>
        <a:srgbClr val="FCAF22"/>
      </a:lt2>
      <a:accent1>
        <a:srgbClr val="93C83E"/>
      </a:accent1>
      <a:accent2>
        <a:srgbClr val="1D1C4E"/>
      </a:accent2>
      <a:accent3>
        <a:srgbClr val="D0D0CF"/>
      </a:accent3>
      <a:accent4>
        <a:srgbClr val="34C6F4"/>
      </a:accent4>
      <a:accent5>
        <a:srgbClr val="4D4D4D"/>
      </a:accent5>
      <a:accent6>
        <a:srgbClr val="808080"/>
      </a:accent6>
      <a:hlink>
        <a:srgbClr val="0647C1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J Band_Update">
      <a:dk1>
        <a:srgbClr val="000000"/>
      </a:dk1>
      <a:lt1>
        <a:srgbClr val="FFFFFF"/>
      </a:lt1>
      <a:dk2>
        <a:srgbClr val="EF4028"/>
      </a:dk2>
      <a:lt2>
        <a:srgbClr val="EAEAEA"/>
      </a:lt2>
      <a:accent1>
        <a:srgbClr val="FBAE42"/>
      </a:accent1>
      <a:accent2>
        <a:srgbClr val="00AEC8"/>
      </a:accent2>
      <a:accent3>
        <a:srgbClr val="4E4E4E"/>
      </a:accent3>
      <a:accent4>
        <a:srgbClr val="00269A"/>
      </a:accent4>
      <a:accent5>
        <a:srgbClr val="00FFFF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Stir">
      <a:dk1>
        <a:srgbClr val="000000"/>
      </a:dk1>
      <a:lt1>
        <a:srgbClr val="FFFFFF"/>
      </a:lt1>
      <a:dk2>
        <a:srgbClr val="E52026"/>
      </a:dk2>
      <a:lt2>
        <a:srgbClr val="FCAF22"/>
      </a:lt2>
      <a:accent1>
        <a:srgbClr val="93C83E"/>
      </a:accent1>
      <a:accent2>
        <a:srgbClr val="1D1C4E"/>
      </a:accent2>
      <a:accent3>
        <a:srgbClr val="D0D0CF"/>
      </a:accent3>
      <a:accent4>
        <a:srgbClr val="34C6F4"/>
      </a:accent4>
      <a:accent5>
        <a:srgbClr val="4D4D4D"/>
      </a:accent5>
      <a:accent6>
        <a:srgbClr val="808080"/>
      </a:accent6>
      <a:hlink>
        <a:srgbClr val="0647C1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Stir">
      <a:dk1>
        <a:srgbClr val="000000"/>
      </a:dk1>
      <a:lt1>
        <a:srgbClr val="FFFFFF"/>
      </a:lt1>
      <a:dk2>
        <a:srgbClr val="E52026"/>
      </a:dk2>
      <a:lt2>
        <a:srgbClr val="FCAF22"/>
      </a:lt2>
      <a:accent1>
        <a:srgbClr val="93C83E"/>
      </a:accent1>
      <a:accent2>
        <a:srgbClr val="1D1C4E"/>
      </a:accent2>
      <a:accent3>
        <a:srgbClr val="D0D0CF"/>
      </a:accent3>
      <a:accent4>
        <a:srgbClr val="34C6F4"/>
      </a:accent4>
      <a:accent5>
        <a:srgbClr val="4D4D4D"/>
      </a:accent5>
      <a:accent6>
        <a:srgbClr val="808080"/>
      </a:accent6>
      <a:hlink>
        <a:srgbClr val="0647C1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Stir">
      <a:dk1>
        <a:srgbClr val="000000"/>
      </a:dk1>
      <a:lt1>
        <a:srgbClr val="FFFFFF"/>
      </a:lt1>
      <a:dk2>
        <a:srgbClr val="E52026"/>
      </a:dk2>
      <a:lt2>
        <a:srgbClr val="FCAF22"/>
      </a:lt2>
      <a:accent1>
        <a:srgbClr val="93C83E"/>
      </a:accent1>
      <a:accent2>
        <a:srgbClr val="1D1C4E"/>
      </a:accent2>
      <a:accent3>
        <a:srgbClr val="D0D0CF"/>
      </a:accent3>
      <a:accent4>
        <a:srgbClr val="34C6F4"/>
      </a:accent4>
      <a:accent5>
        <a:srgbClr val="4D4D4D"/>
      </a:accent5>
      <a:accent6>
        <a:srgbClr val="808080"/>
      </a:accent6>
      <a:hlink>
        <a:srgbClr val="0647C1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