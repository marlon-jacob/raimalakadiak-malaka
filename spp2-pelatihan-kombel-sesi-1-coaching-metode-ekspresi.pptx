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75" r:id="rId6"/>
    <p:sldMasterId id="214748370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Lst>
  <p:sldSz cy="6858000" cx="12192000"/>
  <p:notesSz cx="7010400" cy="9296400"/>
  <p:embeddedFontLst>
    <p:embeddedFont>
      <p:font typeface="Average"/>
      <p:regular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56">
          <p15:clr>
            <a:srgbClr val="A4A3A4"/>
          </p15:clr>
        </p15:guide>
        <p15:guide id="2" pos="3840">
          <p15:clr>
            <a:srgbClr val="A4A3A4"/>
          </p15:clr>
        </p15:guide>
      </p15:sldGuideLst>
    </p:ext>
    <p:ext uri="GoogleSlidesCustomDataVersion2">
      <go:slidesCustomData xmlns:go="http://customooxmlschemas.google.com/" r:id="rId36" roundtripDataSignature="AMtx7mgCcls2NtV5NshtdmxUTyZdj9t0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73B4D5-D216-4AAE-9CBB-608D30D2F6F5}">
  <a:tblStyle styleId="{3273B4D5-D216-4AAE-9CBB-608D30D2F6F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56"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Average-regular.fntdata"/><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font" Target="fonts/OpenSans-bold.fntdata"/><Relationship Id="rId10" Type="http://schemas.openxmlformats.org/officeDocument/2006/relationships/slide" Target="slides/slide2.xml"/><Relationship Id="rId32" Type="http://schemas.openxmlformats.org/officeDocument/2006/relationships/font" Target="fonts/OpenSans-regular.fntdata"/><Relationship Id="rId13" Type="http://schemas.openxmlformats.org/officeDocument/2006/relationships/slide" Target="slides/slide5.xml"/><Relationship Id="rId35" Type="http://schemas.openxmlformats.org/officeDocument/2006/relationships/font" Target="fonts/OpenSans-boldItalic.fntdata"/><Relationship Id="rId12" Type="http://schemas.openxmlformats.org/officeDocument/2006/relationships/slide" Target="slides/slide4.xml"/><Relationship Id="rId34" Type="http://schemas.openxmlformats.org/officeDocument/2006/relationships/font" Target="fonts/OpenSans-italic.fntdata"/><Relationship Id="rId15" Type="http://schemas.openxmlformats.org/officeDocument/2006/relationships/slide" Target="slides/slide7.xml"/><Relationship Id="rId14" Type="http://schemas.openxmlformats.org/officeDocument/2006/relationships/slide" Target="slides/slide6.xml"/><Relationship Id="rId36" Type="http://customschemas.google.com/relationships/presentationmetadata" Target="meta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10" type="dt"/>
          </p:nvPr>
        </p:nvSpPr>
        <p:spPr>
          <a:xfrm>
            <a:off x="3970938" y="0"/>
            <a:ext cx="3037840" cy="342900"/>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p:nvPr>
            <p:ph idx="2" type="sldImg"/>
          </p:nvPr>
        </p:nvSpPr>
        <p:spPr>
          <a:xfrm>
            <a:off x="866423" y="464820"/>
            <a:ext cx="5277554" cy="296862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 name="Google Shape;5;n"/>
          <p:cNvSpPr txBox="1"/>
          <p:nvPr>
            <p:ph idx="1" type="body"/>
          </p:nvPr>
        </p:nvSpPr>
        <p:spPr>
          <a:xfrm>
            <a:off x="701040" y="3670300"/>
            <a:ext cx="5608320" cy="5270500"/>
          </a:xfrm>
          <a:prstGeom prst="rect">
            <a:avLst/>
          </a:prstGeom>
          <a:noFill/>
          <a:ln>
            <a:noFill/>
          </a:ln>
        </p:spPr>
        <p:txBody>
          <a:bodyPr anchorCtr="0" anchor="t" bIns="46575" lIns="93175" spcFirstLastPara="1" rIns="93175" wrap="square" tIns="46575">
            <a:noAutofit/>
          </a:bodyPr>
          <a:lstStyle>
            <a:lvl1pPr indent="-304800" lvl="0" marL="4572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1pPr>
            <a:lvl2pPr indent="-304800" lvl="1" marL="9144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10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6" name="Google Shape;6;n"/>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notes"/>
          <p:cNvSpPr/>
          <p:nvPr>
            <p:ph idx="2" type="sldImg"/>
          </p:nvPr>
        </p:nvSpPr>
        <p:spPr>
          <a:xfrm>
            <a:off x="866775" y="465138"/>
            <a:ext cx="5276850" cy="2968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1: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6:notes"/>
          <p:cNvSpPr txBox="1"/>
          <p:nvPr>
            <p:ph idx="1" type="body"/>
          </p:nvPr>
        </p:nvSpPr>
        <p:spPr>
          <a:xfrm>
            <a:off x="701042" y="3670305"/>
            <a:ext cx="5608200" cy="5270400"/>
          </a:xfrm>
          <a:prstGeom prst="rect">
            <a:avLst/>
          </a:prstGeom>
          <a:noFill/>
          <a:ln>
            <a:noFill/>
          </a:ln>
        </p:spPr>
        <p:txBody>
          <a:bodyPr anchorCtr="0" anchor="t" bIns="46575" lIns="93175" spcFirstLastPara="1" rIns="93175" wrap="square" tIns="46575">
            <a:noAutofit/>
          </a:bodyPr>
          <a:lstStyle/>
          <a:p>
            <a:pPr indent="0" lvl="0" marL="457200" rtl="0" algn="l">
              <a:lnSpc>
                <a:spcPct val="100000"/>
              </a:lnSpc>
              <a:spcBef>
                <a:spcPts val="0"/>
              </a:spcBef>
              <a:spcAft>
                <a:spcPts val="0"/>
              </a:spcAft>
              <a:buSzPts val="1200"/>
              <a:buNone/>
            </a:pPr>
            <a:r>
              <a:t/>
            </a:r>
            <a:endParaRPr/>
          </a:p>
        </p:txBody>
      </p:sp>
      <p:sp>
        <p:nvSpPr>
          <p:cNvPr id="462" name="Google Shape;462;p6:notes"/>
          <p:cNvSpPr/>
          <p:nvPr>
            <p:ph idx="2" type="sldImg"/>
          </p:nvPr>
        </p:nvSpPr>
        <p:spPr>
          <a:xfrm>
            <a:off x="866775" y="465138"/>
            <a:ext cx="5276850" cy="2968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7:notes"/>
          <p:cNvSpPr/>
          <p:nvPr>
            <p:ph idx="2" type="sldImg"/>
          </p:nvPr>
        </p:nvSpPr>
        <p:spPr>
          <a:xfrm>
            <a:off x="866775" y="465138"/>
            <a:ext cx="5276850" cy="2968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7: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304800" lvl="0" marL="457200" rtl="0" algn="l">
              <a:lnSpc>
                <a:spcPct val="100000"/>
              </a:lnSpc>
              <a:spcBef>
                <a:spcPts val="0"/>
              </a:spcBef>
              <a:spcAft>
                <a:spcPts val="0"/>
              </a:spcAft>
              <a:buSzPts val="1200"/>
              <a:buChar char="•"/>
            </a:pPr>
            <a:r>
              <a:rPr lang="en-US"/>
              <a:t>Fasilitator menanyakan pertanyaan pemantik, dan memberikan gambaran beberapa poin yang mungkin membantu peserta untuk mencurahkan pendapatnya </a:t>
            </a:r>
            <a:endParaRPr/>
          </a:p>
          <a:p>
            <a:pPr indent="-304800" lvl="0" marL="457200" rtl="0" algn="l">
              <a:lnSpc>
                <a:spcPct val="100000"/>
              </a:lnSpc>
              <a:spcBef>
                <a:spcPts val="0"/>
              </a:spcBef>
              <a:spcAft>
                <a:spcPts val="0"/>
              </a:spcAft>
              <a:buSzPts val="1200"/>
              <a:buChar char="•"/>
            </a:pPr>
            <a:r>
              <a:rPr lang="en-US"/>
              <a:t>Undang 2-3 peserta untuk menyampaikan pendapatnya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9:notes"/>
          <p:cNvSpPr/>
          <p:nvPr>
            <p:ph idx="2" type="sldImg"/>
          </p:nvPr>
        </p:nvSpPr>
        <p:spPr>
          <a:xfrm>
            <a:off x="866775" y="465138"/>
            <a:ext cx="5276850" cy="2968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9: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457200" rtl="0" algn="l">
              <a:lnSpc>
                <a:spcPct val="100000"/>
              </a:lnSpc>
              <a:spcBef>
                <a:spcPts val="0"/>
              </a:spcBef>
              <a:spcAft>
                <a:spcPts val="0"/>
              </a:spcAft>
              <a:buSzPts val="12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0:notes"/>
          <p:cNvSpPr/>
          <p:nvPr>
            <p:ph idx="2" type="sldImg"/>
          </p:nvPr>
        </p:nvSpPr>
        <p:spPr>
          <a:xfrm>
            <a:off x="866775" y="465138"/>
            <a:ext cx="5276850" cy="2968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p10: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228600" lvl="0" marL="457200" rtl="0" algn="l">
              <a:lnSpc>
                <a:spcPct val="100000"/>
              </a:lnSpc>
              <a:spcBef>
                <a:spcPts val="0"/>
              </a:spcBef>
              <a:spcAft>
                <a:spcPts val="0"/>
              </a:spcAft>
              <a:buSzPts val="12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2:notes"/>
          <p:cNvSpPr/>
          <p:nvPr>
            <p:ph idx="2" type="sldImg"/>
          </p:nvPr>
        </p:nvSpPr>
        <p:spPr>
          <a:xfrm>
            <a:off x="866775" y="465138"/>
            <a:ext cx="5276850" cy="2968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12: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228600" lvl="0" marL="457200" rtl="0" algn="l">
              <a:lnSpc>
                <a:spcPct val="100000"/>
              </a:lnSpc>
              <a:spcBef>
                <a:spcPts val="0"/>
              </a:spcBef>
              <a:spcAft>
                <a:spcPts val="0"/>
              </a:spcAft>
              <a:buSzPts val="12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66c81cce41_0_0: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g366c81cce41_0_0: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228600" lvl="0" marL="457200" rtl="0" algn="l">
              <a:lnSpc>
                <a:spcPct val="100000"/>
              </a:lnSpc>
              <a:spcBef>
                <a:spcPts val="0"/>
              </a:spcBef>
              <a:spcAft>
                <a:spcPts val="0"/>
              </a:spcAft>
              <a:buSzPts val="12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66c81cce41_0_38: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g366c81cce41_0_38: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66c81cce41_0_69: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g366c81cce41_0_69: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607bdb67aa_0_94: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g3607bdb67aa_0_94: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66c81cce41_0_135: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g366c81cce41_0_135: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rPr lang="en-US">
                <a:solidFill>
                  <a:srgbClr val="FF9900"/>
                </a:solidFill>
              </a:rPr>
              <a:t>wrap up: </a:t>
            </a:r>
            <a:r>
              <a:rPr lang="en-US"/>
              <a:t>Ternyata kadang kita susah membedakan mana yang benar, mana yang tidak, apalagi kalau kita hanya dengar sekilas atau belum menggali lebih dalam. Sama halnya dengan proses coaching. Di coaching, kita tidak hanya menerima informasi permukaan, tapi kita perlu eksplorasi lebih jauh, bertanya, dan membangun rasa ingin tahu supaya bisa memahami situasi coachee dengan lebih tepat. Karena kalau kita cuma dengar permukaan saja, bisa jadi kita salah tangkap, kayak tadi waktu tebak-tebakan.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66c81cce41_0_92: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g366c81cce41_0_92: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607bdb67aa_0_109: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g3607bdb67aa_0_109: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66c81cce41_0_142: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g366c81cce41_0_142: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20:notes"/>
          <p:cNvSpPr/>
          <p:nvPr>
            <p:ph idx="2" type="sldImg"/>
          </p:nvPr>
        </p:nvSpPr>
        <p:spPr>
          <a:xfrm>
            <a:off x="866775" y="465138"/>
            <a:ext cx="5276850" cy="2968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p20: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21:notes"/>
          <p:cNvSpPr/>
          <p:nvPr>
            <p:ph idx="2" type="sldImg"/>
          </p:nvPr>
        </p:nvSpPr>
        <p:spPr>
          <a:xfrm>
            <a:off x="866775" y="465138"/>
            <a:ext cx="5276850" cy="2968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21: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66c81cce41_0_212: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g366c81cce41_0_212: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7:notes"/>
          <p:cNvSpPr/>
          <p:nvPr>
            <p:ph idx="2" type="sldImg"/>
          </p:nvPr>
        </p:nvSpPr>
        <p:spPr>
          <a:xfrm>
            <a:off x="866775" y="465138"/>
            <a:ext cx="5276850" cy="2968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p17: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22: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
        <p:nvSpPr>
          <p:cNvPr id="770" name="Google Shape;770;p22:notes"/>
          <p:cNvSpPr/>
          <p:nvPr>
            <p:ph idx="2" type="sldImg"/>
          </p:nvPr>
        </p:nvSpPr>
        <p:spPr>
          <a:xfrm>
            <a:off x="866423" y="464820"/>
            <a:ext cx="52776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66c81cce41_0_193:notes"/>
          <p:cNvSpPr txBox="1"/>
          <p:nvPr>
            <p:ph idx="1" type="body"/>
          </p:nvPr>
        </p:nvSpPr>
        <p:spPr>
          <a:xfrm>
            <a:off x="701042" y="3670305"/>
            <a:ext cx="5608200" cy="5270400"/>
          </a:xfrm>
          <a:prstGeom prst="rect">
            <a:avLst/>
          </a:prstGeom>
          <a:noFill/>
          <a:ln>
            <a:noFill/>
          </a:ln>
        </p:spPr>
        <p:txBody>
          <a:bodyPr anchorCtr="0" anchor="t" bIns="46575" lIns="93175" spcFirstLastPara="1" rIns="93175" wrap="square" tIns="46575">
            <a:noAutofit/>
          </a:bodyPr>
          <a:lstStyle/>
          <a:p>
            <a:pPr indent="0" lvl="0" marL="457200" rtl="0" algn="l">
              <a:lnSpc>
                <a:spcPct val="100000"/>
              </a:lnSpc>
              <a:spcBef>
                <a:spcPts val="0"/>
              </a:spcBef>
              <a:spcAft>
                <a:spcPts val="0"/>
              </a:spcAft>
              <a:buSzPts val="1200"/>
              <a:buNone/>
            </a:pPr>
            <a:r>
              <a:t/>
            </a:r>
            <a:endParaRPr/>
          </a:p>
        </p:txBody>
      </p:sp>
      <p:sp>
        <p:nvSpPr>
          <p:cNvPr id="776" name="Google Shape;776;g366c81cce41_0_193: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23: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
        <p:nvSpPr>
          <p:cNvPr id="793" name="Google Shape;793;p23:notes"/>
          <p:cNvSpPr/>
          <p:nvPr>
            <p:ph idx="2" type="sldImg"/>
          </p:nvPr>
        </p:nvSpPr>
        <p:spPr>
          <a:xfrm>
            <a:off x="866775" y="465138"/>
            <a:ext cx="5276850" cy="2968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4:notes"/>
          <p:cNvSpPr txBox="1"/>
          <p:nvPr>
            <p:ph idx="1" type="body"/>
          </p:nvPr>
        </p:nvSpPr>
        <p:spPr>
          <a:xfrm>
            <a:off x="701040" y="3670300"/>
            <a:ext cx="5608200" cy="52704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200"/>
              <a:buNone/>
            </a:pPr>
            <a:r>
              <a:t/>
            </a:r>
            <a:endParaRPr/>
          </a:p>
        </p:txBody>
      </p:sp>
      <p:sp>
        <p:nvSpPr>
          <p:cNvPr id="806" name="Google Shape;806;p24:notes"/>
          <p:cNvSpPr/>
          <p:nvPr>
            <p:ph idx="2" type="sldImg"/>
          </p:nvPr>
        </p:nvSpPr>
        <p:spPr>
          <a:xfrm>
            <a:off x="866775" y="465138"/>
            <a:ext cx="5277000" cy="2968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9.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Slide_Logo Slide" showMasterSp="0">
  <p:cSld name="Theme Slide_Logo Slide">
    <p:spTree>
      <p:nvGrpSpPr>
        <p:cNvPr id="13" name="Shape 13"/>
        <p:cNvGrpSpPr/>
        <p:nvPr/>
      </p:nvGrpSpPr>
      <p:grpSpPr>
        <a:xfrm>
          <a:off x="0" y="0"/>
          <a:ext cx="0" cy="0"/>
          <a:chOff x="0" y="0"/>
          <a:chExt cx="0" cy="0"/>
        </a:xfrm>
      </p:grpSpPr>
      <p:sp>
        <p:nvSpPr>
          <p:cNvPr id="14" name="Google Shape;14;p26"/>
          <p:cNvSpPr txBox="1"/>
          <p:nvPr>
            <p:ph type="title"/>
          </p:nvPr>
        </p:nvSpPr>
        <p:spPr>
          <a:xfrm>
            <a:off x="609600" y="3540406"/>
            <a:ext cx="7442700" cy="1143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2"/>
              </a:buClr>
              <a:buSzPts val="6600"/>
              <a:buFont typeface="Arial"/>
              <a:buNone/>
              <a:defRPr sz="6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6"/>
          <p:cNvSpPr txBox="1"/>
          <p:nvPr>
            <p:ph idx="1" type="body"/>
          </p:nvPr>
        </p:nvSpPr>
        <p:spPr>
          <a:xfrm>
            <a:off x="609600" y="4683406"/>
            <a:ext cx="7442700" cy="914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2"/>
                </a:solidFill>
              </a:defRPr>
            </a:lvl1pPr>
            <a:lvl2pPr indent="-228600" lvl="1" marL="914400" algn="l">
              <a:lnSpc>
                <a:spcPct val="100000"/>
              </a:lnSpc>
              <a:spcBef>
                <a:spcPts val="1200"/>
              </a:spcBef>
              <a:spcAft>
                <a:spcPts val="0"/>
              </a:spcAft>
              <a:buSzPts val="2000"/>
              <a:buNone/>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Half Image">
  <p:cSld name="Text_Half Image">
    <p:spTree>
      <p:nvGrpSpPr>
        <p:cNvPr id="16" name="Shape 16"/>
        <p:cNvGrpSpPr/>
        <p:nvPr/>
      </p:nvGrpSpPr>
      <p:grpSpPr>
        <a:xfrm>
          <a:off x="0" y="0"/>
          <a:ext cx="0" cy="0"/>
          <a:chOff x="0" y="0"/>
          <a:chExt cx="0" cy="0"/>
        </a:xfrm>
      </p:grpSpPr>
      <p:sp>
        <p:nvSpPr>
          <p:cNvPr id="17" name="Google Shape;17;p30"/>
          <p:cNvSpPr txBox="1"/>
          <p:nvPr>
            <p:ph type="title"/>
          </p:nvPr>
        </p:nvSpPr>
        <p:spPr>
          <a:xfrm>
            <a:off x="609600" y="283464"/>
            <a:ext cx="49986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1"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0"/>
          <p:cNvSpPr txBox="1"/>
          <p:nvPr>
            <p:ph idx="1" type="body"/>
          </p:nvPr>
        </p:nvSpPr>
        <p:spPr>
          <a:xfrm>
            <a:off x="609600" y="1600200"/>
            <a:ext cx="4998600" cy="4381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 name="Google Shape;19;p30"/>
          <p:cNvSpPr/>
          <p:nvPr>
            <p:ph idx="2" type="pic"/>
          </p:nvPr>
        </p:nvSpPr>
        <p:spPr>
          <a:xfrm>
            <a:off x="6096000" y="0"/>
            <a:ext cx="6096000" cy="6858000"/>
          </a:xfrm>
          <a:prstGeom prst="rect">
            <a:avLst/>
          </a:prstGeom>
          <a:noFill/>
          <a:ln>
            <a:noFill/>
          </a:ln>
        </p:spPr>
      </p:sp>
      <p:pic>
        <p:nvPicPr>
          <p:cNvPr id="20" name="Google Shape;20;p30"/>
          <p:cNvPicPr preferRelativeResize="0"/>
          <p:nvPr/>
        </p:nvPicPr>
        <p:blipFill rotWithShape="1">
          <a:blip r:embed="rId2">
            <a:alphaModFix/>
          </a:blip>
          <a:srcRect b="0" l="0" r="0" t="0"/>
          <a:stretch/>
        </p:blipFill>
        <p:spPr>
          <a:xfrm rot="5400000">
            <a:off x="4944427" y="5033963"/>
            <a:ext cx="2927985" cy="44196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Text">
  <p:cSld name="Standard Text">
    <p:spTree>
      <p:nvGrpSpPr>
        <p:cNvPr id="21" name="Shape 21"/>
        <p:cNvGrpSpPr/>
        <p:nvPr/>
      </p:nvGrpSpPr>
      <p:grpSpPr>
        <a:xfrm>
          <a:off x="0" y="0"/>
          <a:ext cx="0" cy="0"/>
          <a:chOff x="0" y="0"/>
          <a:chExt cx="0" cy="0"/>
        </a:xfrm>
      </p:grpSpPr>
      <p:sp>
        <p:nvSpPr>
          <p:cNvPr id="22" name="Google Shape;22;p28"/>
          <p:cNvSpPr txBox="1"/>
          <p:nvPr>
            <p:ph idx="1" type="body"/>
          </p:nvPr>
        </p:nvSpPr>
        <p:spPr>
          <a:xfrm>
            <a:off x="609600" y="1600200"/>
            <a:ext cx="10972800" cy="45213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 name="Google Shape;23;p28"/>
          <p:cNvSpPr txBox="1"/>
          <p:nvPr>
            <p:ph idx="2" type="body"/>
          </p:nvPr>
        </p:nvSpPr>
        <p:spPr>
          <a:xfrm>
            <a:off x="793978" y="5943600"/>
            <a:ext cx="914400" cy="9144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a:lvl1pPr>
            <a:lvl2pPr indent="-355600" lvl="1" marL="914400" algn="l">
              <a:lnSpc>
                <a:spcPct val="100000"/>
              </a:lnSpc>
              <a:spcBef>
                <a:spcPts val="1200"/>
              </a:spcBef>
              <a:spcAft>
                <a:spcPts val="0"/>
              </a:spcAft>
              <a:buSzPts val="2000"/>
              <a:buChar char="–"/>
              <a:defRPr/>
            </a:lvl2pPr>
            <a:lvl3pPr indent="-342900" lvl="2" marL="1371600" algn="l">
              <a:lnSpc>
                <a:spcPct val="100000"/>
              </a:lnSpc>
              <a:spcBef>
                <a:spcPts val="1200"/>
              </a:spcBef>
              <a:spcAft>
                <a:spcPts val="0"/>
              </a:spcAft>
              <a:buSzPts val="1800"/>
              <a:buChar char="•"/>
              <a:defRPr/>
            </a:lvl3pPr>
            <a:lvl4pPr indent="-330200" lvl="3" marL="1828800" algn="l">
              <a:lnSpc>
                <a:spcPct val="100000"/>
              </a:lnSpc>
              <a:spcBef>
                <a:spcPts val="1200"/>
              </a:spcBef>
              <a:spcAft>
                <a:spcPts val="0"/>
              </a:spcAft>
              <a:buSzPts val="1600"/>
              <a:buChar char="–"/>
              <a:defRPr/>
            </a:lvl4pPr>
            <a:lvl5pPr indent="-330200" lvl="4" marL="2286000" algn="l">
              <a:lnSpc>
                <a:spcPct val="100000"/>
              </a:lnSpc>
              <a:spcBef>
                <a:spcPts val="1200"/>
              </a:spcBef>
              <a:spcAft>
                <a:spcPts val="0"/>
              </a:spcAft>
              <a:buSzPts val="16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tandard Text">
  <p:cSld name="2_Standard Text">
    <p:spTree>
      <p:nvGrpSpPr>
        <p:cNvPr id="24" name="Shape 24"/>
        <p:cNvGrpSpPr/>
        <p:nvPr/>
      </p:nvGrpSpPr>
      <p:grpSpPr>
        <a:xfrm>
          <a:off x="0" y="0"/>
          <a:ext cx="0" cy="0"/>
          <a:chOff x="0" y="0"/>
          <a:chExt cx="0" cy="0"/>
        </a:xfrm>
      </p:grpSpPr>
      <p:sp>
        <p:nvSpPr>
          <p:cNvPr id="25" name="Google Shape;25;p31"/>
          <p:cNvSpPr txBox="1"/>
          <p:nvPr>
            <p:ph type="title"/>
          </p:nvPr>
        </p:nvSpPr>
        <p:spPr>
          <a:xfrm>
            <a:off x="609600" y="283464"/>
            <a:ext cx="10972800" cy="1143300"/>
          </a:xfrm>
          <a:prstGeom prst="rect">
            <a:avLst/>
          </a:prstGeom>
          <a:noFill/>
          <a:ln>
            <a:noFill/>
          </a:ln>
        </p:spPr>
        <p:txBody>
          <a:bodyPr anchorCtr="0" anchor="b" bIns="60925" lIns="121900" spcFirstLastPara="1" rIns="121900" wrap="square" tIns="60925">
            <a:normAutofit/>
          </a:bodyPr>
          <a:lstStyle>
            <a:lvl1pPr lvl="0" algn="l">
              <a:lnSpc>
                <a:spcPct val="90000"/>
              </a:lnSpc>
              <a:spcBef>
                <a:spcPts val="0"/>
              </a:spcBef>
              <a:spcAft>
                <a:spcPts val="0"/>
              </a:spcAft>
              <a:buSzPts val="4800"/>
              <a:buNone/>
              <a:defRPr b="0" sz="3600" cap="none">
                <a:solidFill>
                  <a:schemeClr val="lt2"/>
                </a:solidFill>
                <a:latin typeface="Arial"/>
                <a:ea typeface="Arial"/>
                <a:cs typeface="Arial"/>
                <a:sym typeface="Arial"/>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26" name="Google Shape;26;p31"/>
          <p:cNvSpPr txBox="1"/>
          <p:nvPr>
            <p:ph idx="1" type="body"/>
          </p:nvPr>
        </p:nvSpPr>
        <p:spPr>
          <a:xfrm>
            <a:off x="609600" y="1600200"/>
            <a:ext cx="10972800" cy="4521300"/>
          </a:xfrm>
          <a:prstGeom prst="rect">
            <a:avLst/>
          </a:prstGeom>
          <a:noFill/>
          <a:ln>
            <a:noFill/>
          </a:ln>
        </p:spPr>
        <p:txBody>
          <a:bodyPr anchorCtr="0" anchor="t" bIns="60925" lIns="121900" spcFirstLastPara="1" rIns="121900" wrap="square" tIns="60925">
            <a:noAutofit/>
          </a:bodyPr>
          <a:lstStyle>
            <a:lvl1pPr indent="-431800" lvl="0" marL="457200" algn="l">
              <a:lnSpc>
                <a:spcPct val="100000"/>
              </a:lnSpc>
              <a:spcBef>
                <a:spcPts val="1200"/>
              </a:spcBef>
              <a:spcAft>
                <a:spcPts val="0"/>
              </a:spcAft>
              <a:buSzPts val="3200"/>
              <a:buChar char="•"/>
              <a:defRPr/>
            </a:lvl1pPr>
            <a:lvl2pPr indent="-400050" lvl="1" marL="914400" algn="l">
              <a:lnSpc>
                <a:spcPct val="100000"/>
              </a:lnSpc>
              <a:spcBef>
                <a:spcPts val="1200"/>
              </a:spcBef>
              <a:spcAft>
                <a:spcPts val="0"/>
              </a:spcAft>
              <a:buSzPts val="2700"/>
              <a:buChar char="–"/>
              <a:defRPr/>
            </a:lvl2pPr>
            <a:lvl3pPr indent="-381000" lvl="2" marL="1371600" algn="l">
              <a:lnSpc>
                <a:spcPct val="100000"/>
              </a:lnSpc>
              <a:spcBef>
                <a:spcPts val="1200"/>
              </a:spcBef>
              <a:spcAft>
                <a:spcPts val="0"/>
              </a:spcAft>
              <a:buSzPts val="2400"/>
              <a:buChar char="•"/>
              <a:defRPr/>
            </a:lvl3pPr>
            <a:lvl4pPr indent="-361950" lvl="3" marL="1828800" algn="l">
              <a:lnSpc>
                <a:spcPct val="100000"/>
              </a:lnSpc>
              <a:spcBef>
                <a:spcPts val="1200"/>
              </a:spcBef>
              <a:spcAft>
                <a:spcPts val="0"/>
              </a:spcAft>
              <a:buSzPts val="2100"/>
              <a:buChar char="–"/>
              <a:defRPr/>
            </a:lvl4pPr>
            <a:lvl5pPr indent="-361950" lvl="4" marL="2286000" algn="l">
              <a:lnSpc>
                <a:spcPct val="100000"/>
              </a:lnSpc>
              <a:spcBef>
                <a:spcPts val="1200"/>
              </a:spcBef>
              <a:spcAft>
                <a:spcPts val="0"/>
              </a:spcAft>
              <a:buSzPts val="2100"/>
              <a:buChar char="•"/>
              <a:defRPr/>
            </a:lvl5pPr>
            <a:lvl6pPr indent="-400050" lvl="5" marL="2743200" algn="l">
              <a:lnSpc>
                <a:spcPct val="100000"/>
              </a:lnSpc>
              <a:spcBef>
                <a:spcPts val="400"/>
              </a:spcBef>
              <a:spcAft>
                <a:spcPts val="0"/>
              </a:spcAft>
              <a:buSzPts val="2700"/>
              <a:buChar char="•"/>
              <a:defRPr/>
            </a:lvl6pPr>
            <a:lvl7pPr indent="-400050" lvl="6" marL="3200400" algn="l">
              <a:lnSpc>
                <a:spcPct val="100000"/>
              </a:lnSpc>
              <a:spcBef>
                <a:spcPts val="400"/>
              </a:spcBef>
              <a:spcAft>
                <a:spcPts val="0"/>
              </a:spcAft>
              <a:buSzPts val="2700"/>
              <a:buChar char="•"/>
              <a:defRPr/>
            </a:lvl7pPr>
            <a:lvl8pPr indent="-400050" lvl="7" marL="3657600" algn="l">
              <a:lnSpc>
                <a:spcPct val="100000"/>
              </a:lnSpc>
              <a:spcBef>
                <a:spcPts val="400"/>
              </a:spcBef>
              <a:spcAft>
                <a:spcPts val="0"/>
              </a:spcAft>
              <a:buSzPts val="2700"/>
              <a:buChar char="•"/>
              <a:defRPr/>
            </a:lvl8pPr>
            <a:lvl9pPr indent="-400050" lvl="8" marL="4114800" algn="l">
              <a:lnSpc>
                <a:spcPct val="100000"/>
              </a:lnSpc>
              <a:spcBef>
                <a:spcPts val="400"/>
              </a:spcBef>
              <a:spcAft>
                <a:spcPts val="0"/>
              </a:spcAft>
              <a:buSzPts val="27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7" name="Shape 27"/>
        <p:cNvGrpSpPr/>
        <p:nvPr/>
      </p:nvGrpSpPr>
      <p:grpSpPr>
        <a:xfrm>
          <a:off x="0" y="0"/>
          <a:ext cx="0" cy="0"/>
          <a:chOff x="0" y="0"/>
          <a:chExt cx="0" cy="0"/>
        </a:xfrm>
      </p:grpSpPr>
      <p:sp>
        <p:nvSpPr>
          <p:cNvPr id="28" name="Google Shape;28;p29"/>
          <p:cNvSpPr/>
          <p:nvPr/>
        </p:nvSpPr>
        <p:spPr>
          <a:xfrm>
            <a:off x="5814060" y="0"/>
            <a:ext cx="3131700" cy="3375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9" name="Google Shape;29;p29"/>
          <p:cNvSpPr/>
          <p:nvPr/>
        </p:nvSpPr>
        <p:spPr>
          <a:xfrm>
            <a:off x="9060180" y="0"/>
            <a:ext cx="3131700" cy="3375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 name="Google Shape;30;p29"/>
          <p:cNvSpPr/>
          <p:nvPr/>
        </p:nvSpPr>
        <p:spPr>
          <a:xfrm>
            <a:off x="5814060" y="3482386"/>
            <a:ext cx="3131700" cy="3375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 name="Google Shape;31;p29"/>
          <p:cNvSpPr/>
          <p:nvPr/>
        </p:nvSpPr>
        <p:spPr>
          <a:xfrm>
            <a:off x="9060180" y="3482386"/>
            <a:ext cx="3131700" cy="33756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 name="Google Shape;32;p29"/>
          <p:cNvSpPr/>
          <p:nvPr/>
        </p:nvSpPr>
        <p:spPr>
          <a:xfrm>
            <a:off x="0" y="0"/>
            <a:ext cx="5814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3" name="Google Shape;33;p29"/>
          <p:cNvSpPr txBox="1"/>
          <p:nvPr>
            <p:ph type="title"/>
          </p:nvPr>
        </p:nvSpPr>
        <p:spPr>
          <a:xfrm>
            <a:off x="609600" y="851624"/>
            <a:ext cx="45264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9"/>
          <p:cNvSpPr txBox="1"/>
          <p:nvPr>
            <p:ph idx="1" type="body"/>
          </p:nvPr>
        </p:nvSpPr>
        <p:spPr>
          <a:xfrm>
            <a:off x="609600" y="2293938"/>
            <a:ext cx="4526400" cy="3063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 name="Google Shape;35;p29"/>
          <p:cNvSpPr txBox="1"/>
          <p:nvPr>
            <p:ph idx="2" type="body"/>
          </p:nvPr>
        </p:nvSpPr>
        <p:spPr>
          <a:xfrm>
            <a:off x="6096000" y="162337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 name="Google Shape;36;p29"/>
          <p:cNvSpPr txBox="1"/>
          <p:nvPr>
            <p:ph idx="3" type="body"/>
          </p:nvPr>
        </p:nvSpPr>
        <p:spPr>
          <a:xfrm>
            <a:off x="9319260" y="162337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 name="Google Shape;37;p29"/>
          <p:cNvSpPr txBox="1"/>
          <p:nvPr>
            <p:ph idx="4" type="body"/>
          </p:nvPr>
        </p:nvSpPr>
        <p:spPr>
          <a:xfrm>
            <a:off x="6096000" y="512095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 name="Google Shape;38;p29"/>
          <p:cNvSpPr txBox="1"/>
          <p:nvPr>
            <p:ph idx="5" type="body"/>
          </p:nvPr>
        </p:nvSpPr>
        <p:spPr>
          <a:xfrm>
            <a:off x="9319260" y="512095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39" name="Google Shape;39;p29"/>
          <p:cNvPicPr preferRelativeResize="0"/>
          <p:nvPr/>
        </p:nvPicPr>
        <p:blipFill rotWithShape="1">
          <a:blip r:embed="rId2">
            <a:alphaModFix/>
          </a:blip>
          <a:srcRect b="0" l="0" r="0" t="0"/>
          <a:stretch/>
        </p:blipFill>
        <p:spPr>
          <a:xfrm>
            <a:off x="537207" y="5897410"/>
            <a:ext cx="1077470" cy="56997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ubtitle 2 column">
  <p:cSld name="1_Subtitle 2 column">
    <p:spTree>
      <p:nvGrpSpPr>
        <p:cNvPr id="40" name="Shape 40"/>
        <p:cNvGrpSpPr/>
        <p:nvPr/>
      </p:nvGrpSpPr>
      <p:grpSpPr>
        <a:xfrm>
          <a:off x="0" y="0"/>
          <a:ext cx="0" cy="0"/>
          <a:chOff x="0" y="0"/>
          <a:chExt cx="0" cy="0"/>
        </a:xfrm>
      </p:grpSpPr>
      <p:sp>
        <p:nvSpPr>
          <p:cNvPr id="41" name="Google Shape;41;p27"/>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 type="body"/>
          </p:nvPr>
        </p:nvSpPr>
        <p:spPr>
          <a:xfrm>
            <a:off x="609600" y="2849739"/>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3" name="Google Shape;43;p27"/>
          <p:cNvSpPr txBox="1"/>
          <p:nvPr>
            <p:ph idx="2" type="body"/>
          </p:nvPr>
        </p:nvSpPr>
        <p:spPr>
          <a:xfrm>
            <a:off x="4385469" y="2849880"/>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4" name="Google Shape;44;p27"/>
          <p:cNvSpPr txBox="1"/>
          <p:nvPr>
            <p:ph idx="3" type="body"/>
          </p:nvPr>
        </p:nvSpPr>
        <p:spPr>
          <a:xfrm>
            <a:off x="609600" y="2199535"/>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sz="2400">
                <a:solidFill>
                  <a:schemeClr val="lt2"/>
                </a:solidFill>
                <a:latin typeface="Arial"/>
                <a:ea typeface="Arial"/>
                <a:cs typeface="Arial"/>
                <a:sym typeface="Arial"/>
              </a:defRPr>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5" name="Google Shape;45;p27"/>
          <p:cNvSpPr txBox="1"/>
          <p:nvPr>
            <p:ph idx="4" type="body"/>
          </p:nvPr>
        </p:nvSpPr>
        <p:spPr>
          <a:xfrm>
            <a:off x="4385469" y="2199676"/>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sz="2400">
                <a:solidFill>
                  <a:schemeClr val="lt2"/>
                </a:solidFill>
                <a:latin typeface="Arial"/>
                <a:ea typeface="Arial"/>
                <a:cs typeface="Arial"/>
                <a:sym typeface="Arial"/>
              </a:defRPr>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6" name="Google Shape;46;p27"/>
          <p:cNvSpPr txBox="1"/>
          <p:nvPr>
            <p:ph idx="5" type="body"/>
          </p:nvPr>
        </p:nvSpPr>
        <p:spPr>
          <a:xfrm>
            <a:off x="8161338" y="2199555"/>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2"/>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grpSp>
        <p:nvGrpSpPr>
          <p:cNvPr id="47" name="Google Shape;47;p27"/>
          <p:cNvGrpSpPr/>
          <p:nvPr/>
        </p:nvGrpSpPr>
        <p:grpSpPr>
          <a:xfrm>
            <a:off x="4168140" y="1882070"/>
            <a:ext cx="3802380" cy="3891256"/>
            <a:chOff x="4168140" y="1666276"/>
            <a:chExt cx="3802380" cy="4107300"/>
          </a:xfrm>
        </p:grpSpPr>
        <p:cxnSp>
          <p:nvCxnSpPr>
            <p:cNvPr id="48" name="Google Shape;48;p27"/>
            <p:cNvCxnSpPr/>
            <p:nvPr/>
          </p:nvCxnSpPr>
          <p:spPr>
            <a:xfrm>
              <a:off x="4168140" y="1666276"/>
              <a:ext cx="0" cy="4107300"/>
            </a:xfrm>
            <a:prstGeom prst="straightConnector1">
              <a:avLst/>
            </a:prstGeom>
            <a:noFill/>
            <a:ln cap="flat" cmpd="sng" w="25400">
              <a:solidFill>
                <a:schemeClr val="accent3"/>
              </a:solidFill>
              <a:prstDash val="solid"/>
              <a:round/>
              <a:headEnd len="sm" w="sm" type="none"/>
              <a:tailEnd len="sm" w="sm" type="none"/>
            </a:ln>
          </p:spPr>
        </p:cxnSp>
        <p:cxnSp>
          <p:nvCxnSpPr>
            <p:cNvPr id="49" name="Google Shape;49;p27"/>
            <p:cNvCxnSpPr/>
            <p:nvPr/>
          </p:nvCxnSpPr>
          <p:spPr>
            <a:xfrm>
              <a:off x="7970520" y="1666276"/>
              <a:ext cx="0" cy="4107300"/>
            </a:xfrm>
            <a:prstGeom prst="straightConnector1">
              <a:avLst/>
            </a:prstGeom>
            <a:noFill/>
            <a:ln cap="flat" cmpd="sng" w="25400">
              <a:solidFill>
                <a:schemeClr val="accent3"/>
              </a:solidFill>
              <a:prstDash val="solid"/>
              <a:round/>
              <a:headEnd len="sm" w="sm" type="none"/>
              <a:tailEnd len="sm" w="sm" type="none"/>
            </a:ln>
          </p:spPr>
        </p:cxnSp>
      </p:grpSp>
      <p:sp>
        <p:nvSpPr>
          <p:cNvPr id="50" name="Google Shape;50;p27"/>
          <p:cNvSpPr txBox="1"/>
          <p:nvPr>
            <p:ph idx="6" type="body"/>
          </p:nvPr>
        </p:nvSpPr>
        <p:spPr>
          <a:xfrm>
            <a:off x="8153718" y="2849880"/>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2 column opt" type="twoTxTwoObj">
  <p:cSld name="TWO_OBJECTS_WITH_TEXT">
    <p:spTree>
      <p:nvGrpSpPr>
        <p:cNvPr id="51" name="Shape 51"/>
        <p:cNvGrpSpPr/>
        <p:nvPr/>
      </p:nvGrpSpPr>
      <p:grpSpPr>
        <a:xfrm>
          <a:off x="0" y="0"/>
          <a:ext cx="0" cy="0"/>
          <a:chOff x="0" y="0"/>
          <a:chExt cx="0" cy="0"/>
        </a:xfrm>
      </p:grpSpPr>
      <p:sp>
        <p:nvSpPr>
          <p:cNvPr id="52" name="Google Shape;52;p32"/>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2"/>
          <p:cNvSpPr txBox="1"/>
          <p:nvPr>
            <p:ph idx="1" type="body"/>
          </p:nvPr>
        </p:nvSpPr>
        <p:spPr>
          <a:xfrm>
            <a:off x="609599" y="1670328"/>
            <a:ext cx="5386800" cy="369300"/>
          </a:xfrm>
          <a:prstGeom prst="rect">
            <a:avLst/>
          </a:prstGeom>
          <a:solidFill>
            <a:schemeClr val="dk2"/>
          </a:solidFill>
          <a:ln>
            <a:noFill/>
          </a:ln>
        </p:spPr>
        <p:txBody>
          <a:bodyPr anchorCtr="0" anchor="ctr" bIns="45700" lIns="91425" spcFirstLastPara="1" rIns="91425" wrap="square" tIns="45700">
            <a:spAutoFit/>
          </a:bodyPr>
          <a:lstStyle>
            <a:lvl1pPr indent="-228600" lvl="0" marL="457200" algn="l">
              <a:lnSpc>
                <a:spcPct val="100000"/>
              </a:lnSpc>
              <a:spcBef>
                <a:spcPts val="1200"/>
              </a:spcBef>
              <a:spcAft>
                <a:spcPts val="0"/>
              </a:spcAft>
              <a:buSzPts val="1800"/>
              <a:buNone/>
              <a:defRPr b="1" sz="1800" cap="none">
                <a:solidFill>
                  <a:schemeClr val="lt1"/>
                </a:solidFill>
                <a:latin typeface="Arial"/>
                <a:ea typeface="Arial"/>
                <a:cs typeface="Arial"/>
                <a:sym typeface="Arial"/>
              </a:defRPr>
            </a:lvl1pPr>
            <a:lvl2pPr indent="-228600" lvl="1" marL="914400" algn="l">
              <a:lnSpc>
                <a:spcPct val="100000"/>
              </a:lnSpc>
              <a:spcBef>
                <a:spcPts val="1200"/>
              </a:spcBef>
              <a:spcAft>
                <a:spcPts val="0"/>
              </a:spcAft>
              <a:buSzPts val="2000"/>
              <a:buNone/>
              <a:defRPr b="1" sz="2000"/>
            </a:lvl2pPr>
            <a:lvl3pPr indent="-228600" lvl="2" marL="1371600" algn="l">
              <a:lnSpc>
                <a:spcPct val="100000"/>
              </a:lnSpc>
              <a:spcBef>
                <a:spcPts val="1200"/>
              </a:spcBef>
              <a:spcAft>
                <a:spcPts val="0"/>
              </a:spcAft>
              <a:buSzPts val="1800"/>
              <a:buNone/>
              <a:defRPr b="1" sz="1800"/>
            </a:lvl3pPr>
            <a:lvl4pPr indent="-228600" lvl="3" marL="1828800" algn="l">
              <a:lnSpc>
                <a:spcPct val="100000"/>
              </a:lnSpc>
              <a:spcBef>
                <a:spcPts val="1200"/>
              </a:spcBef>
              <a:spcAft>
                <a:spcPts val="0"/>
              </a:spcAft>
              <a:buSzPts val="1600"/>
              <a:buNone/>
              <a:defRPr b="1" sz="1600"/>
            </a:lvl4pPr>
            <a:lvl5pPr indent="-228600" lvl="4" marL="2286000" algn="l">
              <a:lnSpc>
                <a:spcPct val="100000"/>
              </a:lnSpc>
              <a:spcBef>
                <a:spcPts val="120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4" name="Google Shape;54;p32"/>
          <p:cNvSpPr txBox="1"/>
          <p:nvPr>
            <p:ph idx="2" type="body"/>
          </p:nvPr>
        </p:nvSpPr>
        <p:spPr>
          <a:xfrm>
            <a:off x="609600" y="2174875"/>
            <a:ext cx="5386800" cy="376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5" name="Google Shape;55;p32"/>
          <p:cNvSpPr txBox="1"/>
          <p:nvPr>
            <p:ph idx="3" type="body"/>
          </p:nvPr>
        </p:nvSpPr>
        <p:spPr>
          <a:xfrm>
            <a:off x="6193368" y="1670328"/>
            <a:ext cx="5388900" cy="369300"/>
          </a:xfrm>
          <a:prstGeom prst="rect">
            <a:avLst/>
          </a:prstGeom>
          <a:solidFill>
            <a:schemeClr val="dk2"/>
          </a:solidFill>
          <a:ln>
            <a:noFill/>
          </a:ln>
        </p:spPr>
        <p:txBody>
          <a:bodyPr anchorCtr="0" anchor="ctr" bIns="45700" lIns="91425" spcFirstLastPara="1" rIns="91425" wrap="square" tIns="45700">
            <a:spAutoFit/>
          </a:bodyPr>
          <a:lstStyle>
            <a:lvl1pPr indent="-228600" lvl="0" marL="457200" algn="l">
              <a:lnSpc>
                <a:spcPct val="100000"/>
              </a:lnSpc>
              <a:spcBef>
                <a:spcPts val="1200"/>
              </a:spcBef>
              <a:spcAft>
                <a:spcPts val="0"/>
              </a:spcAft>
              <a:buSzPts val="1800"/>
              <a:buNone/>
              <a:defRPr b="1" sz="1800" cap="none">
                <a:solidFill>
                  <a:schemeClr val="lt1"/>
                </a:solidFill>
                <a:latin typeface="Arial"/>
                <a:ea typeface="Arial"/>
                <a:cs typeface="Arial"/>
                <a:sym typeface="Arial"/>
              </a:defRPr>
            </a:lvl1pPr>
            <a:lvl2pPr indent="-228600" lvl="1" marL="914400" algn="l">
              <a:lnSpc>
                <a:spcPct val="100000"/>
              </a:lnSpc>
              <a:spcBef>
                <a:spcPts val="1200"/>
              </a:spcBef>
              <a:spcAft>
                <a:spcPts val="0"/>
              </a:spcAft>
              <a:buSzPts val="2000"/>
              <a:buNone/>
              <a:defRPr b="1" sz="2000"/>
            </a:lvl2pPr>
            <a:lvl3pPr indent="-228600" lvl="2" marL="1371600" algn="l">
              <a:lnSpc>
                <a:spcPct val="100000"/>
              </a:lnSpc>
              <a:spcBef>
                <a:spcPts val="1200"/>
              </a:spcBef>
              <a:spcAft>
                <a:spcPts val="0"/>
              </a:spcAft>
              <a:buSzPts val="1800"/>
              <a:buNone/>
              <a:defRPr b="1" sz="1800"/>
            </a:lvl3pPr>
            <a:lvl4pPr indent="-228600" lvl="3" marL="1828800" algn="l">
              <a:lnSpc>
                <a:spcPct val="100000"/>
              </a:lnSpc>
              <a:spcBef>
                <a:spcPts val="1200"/>
              </a:spcBef>
              <a:spcAft>
                <a:spcPts val="0"/>
              </a:spcAft>
              <a:buSzPts val="1600"/>
              <a:buNone/>
              <a:defRPr b="1" sz="1600"/>
            </a:lvl4pPr>
            <a:lvl5pPr indent="-228600" lvl="4" marL="2286000" algn="l">
              <a:lnSpc>
                <a:spcPct val="100000"/>
              </a:lnSpc>
              <a:spcBef>
                <a:spcPts val="120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6" name="Google Shape;56;p32"/>
          <p:cNvSpPr txBox="1"/>
          <p:nvPr>
            <p:ph idx="4" type="body"/>
          </p:nvPr>
        </p:nvSpPr>
        <p:spPr>
          <a:xfrm>
            <a:off x="6193368" y="2174875"/>
            <a:ext cx="5388900" cy="376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_Title Only">
  <p:cSld name="Standard _Title Only">
    <p:spTree>
      <p:nvGrpSpPr>
        <p:cNvPr id="57" name="Shape 57"/>
        <p:cNvGrpSpPr/>
        <p:nvPr/>
      </p:nvGrpSpPr>
      <p:grpSpPr>
        <a:xfrm>
          <a:off x="0" y="0"/>
          <a:ext cx="0" cy="0"/>
          <a:chOff x="0" y="0"/>
          <a:chExt cx="0" cy="0"/>
        </a:xfrm>
      </p:grpSpPr>
      <p:sp>
        <p:nvSpPr>
          <p:cNvPr id="58" name="Google Shape;58;p37"/>
          <p:cNvSpPr txBox="1"/>
          <p:nvPr>
            <p:ph type="title"/>
          </p:nvPr>
        </p:nvSpPr>
        <p:spPr>
          <a:xfrm>
            <a:off x="609600" y="28346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0" sz="3600">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eal Key Point" showMasterSp="0">
  <p:cSld name="Light Teal Key Point">
    <p:bg>
      <p:bgPr>
        <a:solidFill>
          <a:schemeClr val="lt2"/>
        </a:solidFill>
      </p:bgPr>
    </p:bg>
    <p:spTree>
      <p:nvGrpSpPr>
        <p:cNvPr id="59" name="Shape 59"/>
        <p:cNvGrpSpPr/>
        <p:nvPr/>
      </p:nvGrpSpPr>
      <p:grpSpPr>
        <a:xfrm>
          <a:off x="0" y="0"/>
          <a:ext cx="0" cy="0"/>
          <a:chOff x="0" y="0"/>
          <a:chExt cx="0" cy="0"/>
        </a:xfrm>
      </p:grpSpPr>
      <p:sp>
        <p:nvSpPr>
          <p:cNvPr id="60" name="Google Shape;60;p38"/>
          <p:cNvSpPr txBox="1"/>
          <p:nvPr>
            <p:ph idx="1" type="body"/>
          </p:nvPr>
        </p:nvSpPr>
        <p:spPr>
          <a:xfrm>
            <a:off x="1150621" y="3009659"/>
            <a:ext cx="9890700" cy="838800"/>
          </a:xfrm>
          <a:prstGeom prst="rect">
            <a:avLst/>
          </a:prstGeom>
          <a:noFill/>
          <a:ln>
            <a:noFill/>
          </a:ln>
        </p:spPr>
        <p:txBody>
          <a:bodyPr anchorCtr="0" anchor="t" bIns="45700" lIns="91425" spcFirstLastPara="1" rIns="91425" wrap="square" tIns="45700">
            <a:noAutofit/>
          </a:bodyPr>
          <a:lstStyle>
            <a:lvl1pPr indent="-228600" lvl="0" marL="457200" algn="ctr">
              <a:lnSpc>
                <a:spcPct val="150000"/>
              </a:lnSpc>
              <a:spcBef>
                <a:spcPts val="0"/>
              </a:spcBef>
              <a:spcAft>
                <a:spcPts val="0"/>
              </a:spcAft>
              <a:buClr>
                <a:schemeClr val="dk2"/>
              </a:buClr>
              <a:buSzPts val="3200"/>
              <a:buFont typeface="Arial"/>
              <a:buNone/>
              <a:defRPr b="0" sz="32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 name="Google Shape;61;p38"/>
          <p:cNvSpPr txBox="1"/>
          <p:nvPr>
            <p:ph type="title"/>
          </p:nvPr>
        </p:nvSpPr>
        <p:spPr>
          <a:xfrm>
            <a:off x="4147933" y="1436807"/>
            <a:ext cx="3883500" cy="1250100"/>
          </a:xfrm>
          <a:prstGeom prst="rect">
            <a:avLst/>
          </a:prstGeom>
          <a:solidFill>
            <a:schemeClr val="lt2"/>
          </a:solid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5400"/>
              <a:buFont typeface="Arial"/>
              <a:buNone/>
              <a:defRPr b="1" sz="54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 close up of a sign&#10;&#10;Description automatically generated" id="62" name="Google Shape;62;p38"/>
          <p:cNvPicPr preferRelativeResize="0"/>
          <p:nvPr/>
        </p:nvPicPr>
        <p:blipFill rotWithShape="1">
          <a:blip r:embed="rId2">
            <a:alphaModFix/>
          </a:blip>
          <a:srcRect b="0" l="0" r="0" t="0"/>
          <a:stretch/>
        </p:blipFill>
        <p:spPr>
          <a:xfrm>
            <a:off x="10691149" y="5897410"/>
            <a:ext cx="1077470" cy="569977"/>
          </a:xfrm>
          <a:prstGeom prst="rect">
            <a:avLst/>
          </a:prstGeom>
          <a:noFill/>
          <a:ln>
            <a:noFill/>
          </a:ln>
        </p:spPr>
      </p:pic>
      <p:pic>
        <p:nvPicPr>
          <p:cNvPr id="63" name="Google Shape;63;p38"/>
          <p:cNvPicPr preferRelativeResize="0"/>
          <p:nvPr/>
        </p:nvPicPr>
        <p:blipFill rotWithShape="1">
          <a:blip r:embed="rId3">
            <a:alphaModFix/>
          </a:blip>
          <a:srcRect b="0" l="0" r="0" t="0"/>
          <a:stretch/>
        </p:blipFill>
        <p:spPr>
          <a:xfrm>
            <a:off x="5161656" y="1016622"/>
            <a:ext cx="1868690" cy="4231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Half Image Opt2">
  <p:cSld name="Text_Half Image Opt2">
    <p:spTree>
      <p:nvGrpSpPr>
        <p:cNvPr id="64" name="Shape 64"/>
        <p:cNvGrpSpPr/>
        <p:nvPr/>
      </p:nvGrpSpPr>
      <p:grpSpPr>
        <a:xfrm>
          <a:off x="0" y="0"/>
          <a:ext cx="0" cy="0"/>
          <a:chOff x="0" y="0"/>
          <a:chExt cx="0" cy="0"/>
        </a:xfrm>
      </p:grpSpPr>
      <p:sp>
        <p:nvSpPr>
          <p:cNvPr id="65" name="Google Shape;65;p39"/>
          <p:cNvSpPr txBox="1"/>
          <p:nvPr>
            <p:ph type="title"/>
          </p:nvPr>
        </p:nvSpPr>
        <p:spPr>
          <a:xfrm>
            <a:off x="6591300" y="304800"/>
            <a:ext cx="51663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1"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9"/>
          <p:cNvSpPr txBox="1"/>
          <p:nvPr>
            <p:ph idx="1" type="body"/>
          </p:nvPr>
        </p:nvSpPr>
        <p:spPr>
          <a:xfrm>
            <a:off x="6591300" y="1600200"/>
            <a:ext cx="5166300" cy="4381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7" name="Google Shape;67;p39"/>
          <p:cNvSpPr/>
          <p:nvPr>
            <p:ph idx="2" type="pic"/>
          </p:nvPr>
        </p:nvSpPr>
        <p:spPr>
          <a:xfrm>
            <a:off x="0" y="0"/>
            <a:ext cx="6096000" cy="6858000"/>
          </a:xfrm>
          <a:prstGeom prst="rect">
            <a:avLst/>
          </a:prstGeom>
          <a:noFill/>
          <a:ln>
            <a:noFill/>
          </a:ln>
        </p:spPr>
      </p:sp>
      <p:pic>
        <p:nvPicPr>
          <p:cNvPr id="68" name="Google Shape;68;p39"/>
          <p:cNvPicPr preferRelativeResize="0"/>
          <p:nvPr/>
        </p:nvPicPr>
        <p:blipFill rotWithShape="1">
          <a:blip r:embed="rId2">
            <a:alphaModFix/>
          </a:blip>
          <a:srcRect b="0" l="0" r="0" t="0"/>
          <a:stretch/>
        </p:blipFill>
        <p:spPr>
          <a:xfrm rot="-5400000">
            <a:off x="4993619" y="957270"/>
            <a:ext cx="1797850" cy="17287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Text">
  <p:cSld name="1_Standard Text">
    <p:spTree>
      <p:nvGrpSpPr>
        <p:cNvPr id="69" name="Shape 69"/>
        <p:cNvGrpSpPr/>
        <p:nvPr/>
      </p:nvGrpSpPr>
      <p:grpSpPr>
        <a:xfrm>
          <a:off x="0" y="0"/>
          <a:ext cx="0" cy="0"/>
          <a:chOff x="0" y="0"/>
          <a:chExt cx="0" cy="0"/>
        </a:xfrm>
      </p:grpSpPr>
      <p:sp>
        <p:nvSpPr>
          <p:cNvPr id="70" name="Google Shape;70;p40"/>
          <p:cNvSpPr txBox="1"/>
          <p:nvPr>
            <p:ph type="title"/>
          </p:nvPr>
        </p:nvSpPr>
        <p:spPr>
          <a:xfrm>
            <a:off x="609600" y="28346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0"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0"/>
          <p:cNvSpPr txBox="1"/>
          <p:nvPr>
            <p:ph idx="1" type="body"/>
          </p:nvPr>
        </p:nvSpPr>
        <p:spPr>
          <a:xfrm>
            <a:off x="609600" y="1600200"/>
            <a:ext cx="10972800" cy="45213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ubtitle 2 column">
  <p:cSld name="2_Subtitle 2 column">
    <p:spTree>
      <p:nvGrpSpPr>
        <p:cNvPr id="72" name="Shape 72"/>
        <p:cNvGrpSpPr/>
        <p:nvPr/>
      </p:nvGrpSpPr>
      <p:grpSpPr>
        <a:xfrm>
          <a:off x="0" y="0"/>
          <a:ext cx="0" cy="0"/>
          <a:chOff x="0" y="0"/>
          <a:chExt cx="0" cy="0"/>
        </a:xfrm>
      </p:grpSpPr>
      <p:sp>
        <p:nvSpPr>
          <p:cNvPr id="73" name="Google Shape;73;p41"/>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1"/>
          <p:cNvSpPr txBox="1"/>
          <p:nvPr>
            <p:ph idx="1" type="body"/>
          </p:nvPr>
        </p:nvSpPr>
        <p:spPr>
          <a:xfrm>
            <a:off x="609600" y="2849739"/>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5" name="Google Shape;75;p41"/>
          <p:cNvSpPr txBox="1"/>
          <p:nvPr>
            <p:ph idx="2" type="body"/>
          </p:nvPr>
        </p:nvSpPr>
        <p:spPr>
          <a:xfrm>
            <a:off x="4385469" y="2849880"/>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6" name="Google Shape;76;p41"/>
          <p:cNvSpPr txBox="1"/>
          <p:nvPr>
            <p:ph idx="3" type="body"/>
          </p:nvPr>
        </p:nvSpPr>
        <p:spPr>
          <a:xfrm>
            <a:off x="609600" y="2199535"/>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sz="2400">
                <a:solidFill>
                  <a:schemeClr val="lt2"/>
                </a:solidFill>
                <a:latin typeface="Arial"/>
                <a:ea typeface="Arial"/>
                <a:cs typeface="Arial"/>
                <a:sym typeface="Arial"/>
              </a:defRPr>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7" name="Google Shape;77;p41"/>
          <p:cNvSpPr txBox="1"/>
          <p:nvPr>
            <p:ph idx="4" type="body"/>
          </p:nvPr>
        </p:nvSpPr>
        <p:spPr>
          <a:xfrm>
            <a:off x="4385469" y="2199676"/>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sz="2400">
                <a:solidFill>
                  <a:schemeClr val="lt2"/>
                </a:solidFill>
                <a:latin typeface="Arial"/>
                <a:ea typeface="Arial"/>
                <a:cs typeface="Arial"/>
                <a:sym typeface="Arial"/>
              </a:defRPr>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8" name="Google Shape;78;p41"/>
          <p:cNvSpPr txBox="1"/>
          <p:nvPr>
            <p:ph idx="5" type="body"/>
          </p:nvPr>
        </p:nvSpPr>
        <p:spPr>
          <a:xfrm>
            <a:off x="8161338" y="2199555"/>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2"/>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grpSp>
        <p:nvGrpSpPr>
          <p:cNvPr id="79" name="Google Shape;79;p41"/>
          <p:cNvGrpSpPr/>
          <p:nvPr/>
        </p:nvGrpSpPr>
        <p:grpSpPr>
          <a:xfrm>
            <a:off x="4168140" y="2577491"/>
            <a:ext cx="3802380" cy="2519895"/>
            <a:chOff x="4168140" y="2400315"/>
            <a:chExt cx="3802380" cy="2659800"/>
          </a:xfrm>
        </p:grpSpPr>
        <p:cxnSp>
          <p:nvCxnSpPr>
            <p:cNvPr id="80" name="Google Shape;80;p41"/>
            <p:cNvCxnSpPr/>
            <p:nvPr/>
          </p:nvCxnSpPr>
          <p:spPr>
            <a:xfrm>
              <a:off x="4168140" y="2400315"/>
              <a:ext cx="0" cy="2659800"/>
            </a:xfrm>
            <a:prstGeom prst="straightConnector1">
              <a:avLst/>
            </a:prstGeom>
            <a:noFill/>
            <a:ln cap="flat" cmpd="sng" w="25400">
              <a:solidFill>
                <a:schemeClr val="accent3"/>
              </a:solidFill>
              <a:prstDash val="solid"/>
              <a:round/>
              <a:headEnd len="sm" w="sm" type="none"/>
              <a:tailEnd len="sm" w="sm" type="none"/>
            </a:ln>
          </p:spPr>
        </p:cxnSp>
        <p:cxnSp>
          <p:nvCxnSpPr>
            <p:cNvPr id="81" name="Google Shape;81;p41"/>
            <p:cNvCxnSpPr/>
            <p:nvPr/>
          </p:nvCxnSpPr>
          <p:spPr>
            <a:xfrm>
              <a:off x="7970520" y="2400315"/>
              <a:ext cx="0" cy="2659800"/>
            </a:xfrm>
            <a:prstGeom prst="straightConnector1">
              <a:avLst/>
            </a:prstGeom>
            <a:noFill/>
            <a:ln cap="flat" cmpd="sng" w="25400">
              <a:solidFill>
                <a:schemeClr val="accent3"/>
              </a:solidFill>
              <a:prstDash val="solid"/>
              <a:round/>
              <a:headEnd len="sm" w="sm" type="none"/>
              <a:tailEnd len="sm" w="sm" type="none"/>
            </a:ln>
          </p:spPr>
        </p:cxnSp>
      </p:grpSp>
      <p:sp>
        <p:nvSpPr>
          <p:cNvPr id="82" name="Google Shape;82;p41"/>
          <p:cNvSpPr txBox="1"/>
          <p:nvPr>
            <p:ph idx="6" type="body"/>
          </p:nvPr>
        </p:nvSpPr>
        <p:spPr>
          <a:xfrm>
            <a:off x="8153718" y="2849880"/>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Full Image">
    <p:spTree>
      <p:nvGrpSpPr>
        <p:cNvPr id="83" name="Shape 83"/>
        <p:cNvGrpSpPr/>
        <p:nvPr/>
      </p:nvGrpSpPr>
      <p:grpSpPr>
        <a:xfrm>
          <a:off x="0" y="0"/>
          <a:ext cx="0" cy="0"/>
          <a:chOff x="0" y="0"/>
          <a:chExt cx="0" cy="0"/>
        </a:xfrm>
      </p:grpSpPr>
      <p:sp>
        <p:nvSpPr>
          <p:cNvPr id="84" name="Google Shape;84;p42"/>
          <p:cNvSpPr/>
          <p:nvPr>
            <p:ph idx="2" type="pic"/>
          </p:nvPr>
        </p:nvSpPr>
        <p:spPr>
          <a:xfrm>
            <a:off x="-2" y="0"/>
            <a:ext cx="12192000" cy="6858000"/>
          </a:xfrm>
          <a:prstGeom prst="rect">
            <a:avLst/>
          </a:prstGeom>
          <a:noFill/>
          <a:ln>
            <a:noFill/>
          </a:ln>
        </p:spPr>
      </p:sp>
      <p:sp>
        <p:nvSpPr>
          <p:cNvPr id="85" name="Google Shape;85;p42"/>
          <p:cNvSpPr/>
          <p:nvPr/>
        </p:nvSpPr>
        <p:spPr>
          <a:xfrm>
            <a:off x="2" y="4288420"/>
            <a:ext cx="12192000" cy="2569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 name="Google Shape;86;p42"/>
          <p:cNvSpPr txBox="1"/>
          <p:nvPr>
            <p:ph type="title"/>
          </p:nvPr>
        </p:nvSpPr>
        <p:spPr>
          <a:xfrm>
            <a:off x="741681" y="4453291"/>
            <a:ext cx="3754800" cy="1731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Arial"/>
              <a:buNone/>
              <a:defRPr b="1" sz="3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42"/>
          <p:cNvSpPr txBox="1"/>
          <p:nvPr>
            <p:ph idx="1" type="body"/>
          </p:nvPr>
        </p:nvSpPr>
        <p:spPr>
          <a:xfrm>
            <a:off x="4867420" y="4453290"/>
            <a:ext cx="7031400" cy="2109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50000"/>
              </a:lnSpc>
              <a:spcBef>
                <a:spcPts val="1200"/>
              </a:spcBef>
              <a:spcAft>
                <a:spcPts val="0"/>
              </a:spcAft>
              <a:buSzPts val="2000"/>
              <a:buNone/>
              <a:defRPr>
                <a:solidFill>
                  <a:schemeClr val="lt1"/>
                </a:solidFill>
              </a:defRPr>
            </a:lvl2pPr>
            <a:lvl3pPr indent="-228600" lvl="2" marL="1371600" algn="l">
              <a:lnSpc>
                <a:spcPct val="150000"/>
              </a:lnSpc>
              <a:spcBef>
                <a:spcPts val="1200"/>
              </a:spcBef>
              <a:spcAft>
                <a:spcPts val="0"/>
              </a:spcAft>
              <a:buSzPts val="1800"/>
              <a:buNone/>
              <a:defRPr>
                <a:solidFill>
                  <a:schemeClr val="lt1"/>
                </a:solidFill>
              </a:defRPr>
            </a:lvl3pPr>
            <a:lvl4pPr indent="-228600" lvl="3" marL="1828800" algn="l">
              <a:lnSpc>
                <a:spcPct val="150000"/>
              </a:lnSpc>
              <a:spcBef>
                <a:spcPts val="1200"/>
              </a:spcBef>
              <a:spcAft>
                <a:spcPts val="0"/>
              </a:spcAft>
              <a:buSzPts val="1600"/>
              <a:buNone/>
              <a:defRPr>
                <a:solidFill>
                  <a:schemeClr val="lt1"/>
                </a:solidFill>
              </a:defRPr>
            </a:lvl4pPr>
            <a:lvl5pPr indent="-228600" lvl="4" marL="2286000" algn="l">
              <a:lnSpc>
                <a:spcPct val="15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88" name="Google Shape;88;p42"/>
          <p:cNvPicPr preferRelativeResize="0"/>
          <p:nvPr/>
        </p:nvPicPr>
        <p:blipFill rotWithShape="1">
          <a:blip r:embed="rId2">
            <a:alphaModFix/>
          </a:blip>
          <a:srcRect b="0" l="0" r="0" t="0"/>
          <a:stretch/>
        </p:blipFill>
        <p:spPr>
          <a:xfrm>
            <a:off x="10691149" y="5897410"/>
            <a:ext cx="1077470" cy="569977"/>
          </a:xfrm>
          <a:prstGeom prst="rect">
            <a:avLst/>
          </a:prstGeom>
          <a:noFill/>
          <a:ln>
            <a:noFill/>
          </a:ln>
        </p:spPr>
      </p:pic>
      <p:pic>
        <p:nvPicPr>
          <p:cNvPr id="89" name="Google Shape;89;p42"/>
          <p:cNvPicPr preferRelativeResize="0"/>
          <p:nvPr/>
        </p:nvPicPr>
        <p:blipFill rotWithShape="1">
          <a:blip r:embed="rId3">
            <a:alphaModFix/>
          </a:blip>
          <a:srcRect b="0" l="0" r="0" t="0"/>
          <a:stretch/>
        </p:blipFill>
        <p:spPr>
          <a:xfrm rot="-5400000">
            <a:off x="3820139" y="4912050"/>
            <a:ext cx="1797850" cy="17287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er Light Teal" showMasterSp="0">
  <p:cSld name="Breaker Light Teal">
    <p:spTree>
      <p:nvGrpSpPr>
        <p:cNvPr id="90" name="Shape 90"/>
        <p:cNvGrpSpPr/>
        <p:nvPr/>
      </p:nvGrpSpPr>
      <p:grpSpPr>
        <a:xfrm>
          <a:off x="0" y="0"/>
          <a:ext cx="0" cy="0"/>
          <a:chOff x="0" y="0"/>
          <a:chExt cx="0" cy="0"/>
        </a:xfrm>
      </p:grpSpPr>
      <p:sp>
        <p:nvSpPr>
          <p:cNvPr id="91" name="Google Shape;91;p43"/>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 name="Google Shape;92;p43"/>
          <p:cNvSpPr txBox="1"/>
          <p:nvPr>
            <p:ph type="title"/>
          </p:nvPr>
        </p:nvSpPr>
        <p:spPr>
          <a:xfrm>
            <a:off x="1459547" y="3070040"/>
            <a:ext cx="4308900" cy="1668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600"/>
              <a:buFont typeface="Arial"/>
              <a:buNone/>
              <a:defRPr b="1" sz="6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43"/>
          <p:cNvSpPr txBox="1"/>
          <p:nvPr>
            <p:ph idx="1" type="body"/>
          </p:nvPr>
        </p:nvSpPr>
        <p:spPr>
          <a:xfrm>
            <a:off x="1496694" y="4802674"/>
            <a:ext cx="5742300" cy="8388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dk2"/>
              </a:buClr>
              <a:buSzPts val="2800"/>
              <a:buFont typeface="Arial"/>
              <a:buNone/>
              <a:defRPr b="0" sz="28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94" name="Google Shape;94;p43"/>
          <p:cNvPicPr preferRelativeResize="0"/>
          <p:nvPr/>
        </p:nvPicPr>
        <p:blipFill rotWithShape="1">
          <a:blip r:embed="rId2">
            <a:alphaModFix/>
          </a:blip>
          <a:srcRect b="0" l="0" r="0" t="0"/>
          <a:stretch/>
        </p:blipFill>
        <p:spPr>
          <a:xfrm>
            <a:off x="10691149" y="5897410"/>
            <a:ext cx="1077470" cy="569977"/>
          </a:xfrm>
          <a:prstGeom prst="rect">
            <a:avLst/>
          </a:prstGeom>
          <a:noFill/>
          <a:ln>
            <a:noFill/>
          </a:ln>
        </p:spPr>
      </p:pic>
      <p:pic>
        <p:nvPicPr>
          <p:cNvPr id="95" name="Google Shape;95;p43"/>
          <p:cNvPicPr preferRelativeResize="0"/>
          <p:nvPr/>
        </p:nvPicPr>
        <p:blipFill rotWithShape="1">
          <a:blip r:embed="rId3">
            <a:alphaModFix/>
          </a:blip>
          <a:srcRect b="0" l="0" r="0" t="0"/>
          <a:stretch/>
        </p:blipFill>
        <p:spPr>
          <a:xfrm>
            <a:off x="1658211" y="1216644"/>
            <a:ext cx="3508149" cy="52148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er Dark Teal" showMasterSp="0">
  <p:cSld name="Breaker Dark Teal">
    <p:spTree>
      <p:nvGrpSpPr>
        <p:cNvPr id="96" name="Shape 96"/>
        <p:cNvGrpSpPr/>
        <p:nvPr/>
      </p:nvGrpSpPr>
      <p:grpSpPr>
        <a:xfrm>
          <a:off x="0" y="0"/>
          <a:ext cx="0" cy="0"/>
          <a:chOff x="0" y="0"/>
          <a:chExt cx="0" cy="0"/>
        </a:xfrm>
      </p:grpSpPr>
      <p:sp>
        <p:nvSpPr>
          <p:cNvPr id="97" name="Google Shape;97;p44"/>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 name="Google Shape;98;p44"/>
          <p:cNvSpPr txBox="1"/>
          <p:nvPr>
            <p:ph type="title"/>
          </p:nvPr>
        </p:nvSpPr>
        <p:spPr>
          <a:xfrm>
            <a:off x="1422401" y="2818580"/>
            <a:ext cx="4544100" cy="16683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600"/>
              <a:buFont typeface="Arial"/>
              <a:buNone/>
              <a:defRPr b="1" sz="6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44"/>
          <p:cNvSpPr txBox="1"/>
          <p:nvPr>
            <p:ph idx="1" type="body"/>
          </p:nvPr>
        </p:nvSpPr>
        <p:spPr>
          <a:xfrm>
            <a:off x="1459546" y="4764574"/>
            <a:ext cx="6609900" cy="8388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dk2"/>
              </a:buClr>
              <a:buSzPts val="2000"/>
              <a:buFont typeface="Arial"/>
              <a:buNone/>
              <a:defRPr b="0" sz="20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100" name="Google Shape;100;p44"/>
          <p:cNvPicPr preferRelativeResize="0"/>
          <p:nvPr/>
        </p:nvPicPr>
        <p:blipFill rotWithShape="1">
          <a:blip r:embed="rId2">
            <a:alphaModFix/>
          </a:blip>
          <a:srcRect b="0" l="0" r="0" t="0"/>
          <a:stretch/>
        </p:blipFill>
        <p:spPr>
          <a:xfrm>
            <a:off x="10691149" y="5897410"/>
            <a:ext cx="1077470" cy="569977"/>
          </a:xfrm>
          <a:prstGeom prst="rect">
            <a:avLst/>
          </a:prstGeom>
          <a:noFill/>
          <a:ln>
            <a:noFill/>
          </a:ln>
        </p:spPr>
      </p:pic>
      <p:pic>
        <p:nvPicPr>
          <p:cNvPr id="101" name="Google Shape;101;p44"/>
          <p:cNvPicPr preferRelativeResize="0"/>
          <p:nvPr/>
        </p:nvPicPr>
        <p:blipFill rotWithShape="1">
          <a:blip r:embed="rId3">
            <a:alphaModFix/>
          </a:blip>
          <a:srcRect b="0" l="0" r="0" t="0"/>
          <a:stretch/>
        </p:blipFill>
        <p:spPr>
          <a:xfrm rot="-5400000">
            <a:off x="9326349" y="1644014"/>
            <a:ext cx="3046535" cy="132016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er with image" showMasterSp="0">
  <p:cSld name="Breaker with image">
    <p:spTree>
      <p:nvGrpSpPr>
        <p:cNvPr id="102" name="Shape 102"/>
        <p:cNvGrpSpPr/>
        <p:nvPr/>
      </p:nvGrpSpPr>
      <p:grpSpPr>
        <a:xfrm>
          <a:off x="0" y="0"/>
          <a:ext cx="0" cy="0"/>
          <a:chOff x="0" y="0"/>
          <a:chExt cx="0" cy="0"/>
        </a:xfrm>
      </p:grpSpPr>
      <p:sp>
        <p:nvSpPr>
          <p:cNvPr id="103" name="Google Shape;103;p45"/>
          <p:cNvSpPr/>
          <p:nvPr>
            <p:ph idx="2" type="pic"/>
          </p:nvPr>
        </p:nvSpPr>
        <p:spPr>
          <a:xfrm>
            <a:off x="0" y="0"/>
            <a:ext cx="12192000" cy="6858000"/>
          </a:xfrm>
          <a:prstGeom prst="rect">
            <a:avLst/>
          </a:prstGeom>
          <a:noFill/>
          <a:ln>
            <a:noFill/>
          </a:ln>
        </p:spPr>
      </p:sp>
      <p:sp>
        <p:nvSpPr>
          <p:cNvPr id="104" name="Google Shape;104;p45"/>
          <p:cNvSpPr/>
          <p:nvPr/>
        </p:nvSpPr>
        <p:spPr>
          <a:xfrm>
            <a:off x="453387" y="451413"/>
            <a:ext cx="11285100" cy="5955300"/>
          </a:xfrm>
          <a:prstGeom prst="rect">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05" name="Google Shape;105;p45"/>
          <p:cNvPicPr preferRelativeResize="0"/>
          <p:nvPr/>
        </p:nvPicPr>
        <p:blipFill rotWithShape="1">
          <a:blip r:embed="rId2">
            <a:alphaModFix/>
          </a:blip>
          <a:srcRect b="0" l="0" r="0" t="0"/>
          <a:stretch/>
        </p:blipFill>
        <p:spPr>
          <a:xfrm>
            <a:off x="8291331" y="447406"/>
            <a:ext cx="3445398" cy="5963188"/>
          </a:xfrm>
          <a:prstGeom prst="rect">
            <a:avLst/>
          </a:prstGeom>
          <a:noFill/>
          <a:ln>
            <a:noFill/>
          </a:ln>
        </p:spPr>
      </p:pic>
      <p:sp>
        <p:nvSpPr>
          <p:cNvPr id="106" name="Google Shape;106;p45"/>
          <p:cNvSpPr txBox="1"/>
          <p:nvPr>
            <p:ph idx="1" type="body"/>
          </p:nvPr>
        </p:nvSpPr>
        <p:spPr>
          <a:xfrm>
            <a:off x="8663041" y="1875473"/>
            <a:ext cx="2584200" cy="3387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i="1">
                <a:solidFill>
                  <a:schemeClr val="lt1"/>
                </a:solidFil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7" name="Google Shape;107;p45"/>
          <p:cNvSpPr txBox="1"/>
          <p:nvPr>
            <p:ph idx="3" type="body"/>
          </p:nvPr>
        </p:nvSpPr>
        <p:spPr>
          <a:xfrm>
            <a:off x="8663041" y="5433061"/>
            <a:ext cx="2584200" cy="6477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1200"/>
              </a:spcBef>
              <a:spcAft>
                <a:spcPts val="0"/>
              </a:spcAft>
              <a:buSzPts val="2000"/>
              <a:buNone/>
              <a:defRPr sz="2000">
                <a:solidFill>
                  <a:schemeClr val="accent4"/>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108" name="Google Shape;108;p45"/>
          <p:cNvPicPr preferRelativeResize="0"/>
          <p:nvPr/>
        </p:nvPicPr>
        <p:blipFill rotWithShape="1">
          <a:blip r:embed="rId3">
            <a:alphaModFix/>
          </a:blip>
          <a:srcRect b="0" l="0" r="0" t="0"/>
          <a:stretch/>
        </p:blipFill>
        <p:spPr>
          <a:xfrm>
            <a:off x="453387" y="5897410"/>
            <a:ext cx="1077470" cy="56997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reaker with image" showMasterSp="0">
  <p:cSld name="1_Breaker with image">
    <p:spTree>
      <p:nvGrpSpPr>
        <p:cNvPr id="109" name="Shape 109"/>
        <p:cNvGrpSpPr/>
        <p:nvPr/>
      </p:nvGrpSpPr>
      <p:grpSpPr>
        <a:xfrm>
          <a:off x="0" y="0"/>
          <a:ext cx="0" cy="0"/>
          <a:chOff x="0" y="0"/>
          <a:chExt cx="0" cy="0"/>
        </a:xfrm>
      </p:grpSpPr>
      <p:sp>
        <p:nvSpPr>
          <p:cNvPr id="110" name="Google Shape;110;p46"/>
          <p:cNvSpPr/>
          <p:nvPr>
            <p:ph idx="2" type="pic"/>
          </p:nvPr>
        </p:nvSpPr>
        <p:spPr>
          <a:xfrm>
            <a:off x="0" y="0"/>
            <a:ext cx="12192000" cy="6858000"/>
          </a:xfrm>
          <a:prstGeom prst="rect">
            <a:avLst/>
          </a:prstGeom>
          <a:noFill/>
          <a:ln>
            <a:noFill/>
          </a:ln>
        </p:spPr>
      </p:sp>
      <p:sp>
        <p:nvSpPr>
          <p:cNvPr id="111" name="Google Shape;111;p46"/>
          <p:cNvSpPr/>
          <p:nvPr/>
        </p:nvSpPr>
        <p:spPr>
          <a:xfrm>
            <a:off x="453387" y="451413"/>
            <a:ext cx="11285100" cy="5955300"/>
          </a:xfrm>
          <a:prstGeom prst="rect">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2">
  <p:cSld name="Blank_2">
    <p:spTree>
      <p:nvGrpSpPr>
        <p:cNvPr id="112" name="Shape 112"/>
        <p:cNvGrpSpPr/>
        <p:nvPr/>
      </p:nvGrpSpPr>
      <p:grpSpPr>
        <a:xfrm>
          <a:off x="0" y="0"/>
          <a:ext cx="0" cy="0"/>
          <a:chOff x="0" y="0"/>
          <a:chExt cx="0" cy="0"/>
        </a:xfrm>
      </p:grpSpPr>
      <p:sp>
        <p:nvSpPr>
          <p:cNvPr id="113" name="Google Shape;113;p47"/>
          <p:cNvSpPr/>
          <p:nvPr/>
        </p:nvSpPr>
        <p:spPr>
          <a:xfrm>
            <a:off x="302654" y="978794"/>
            <a:ext cx="11616600" cy="611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Text_w Subtitle">
  <p:cSld name="Standard Text_w Subtitle">
    <p:spTree>
      <p:nvGrpSpPr>
        <p:cNvPr id="114" name="Shape 114"/>
        <p:cNvGrpSpPr/>
        <p:nvPr/>
      </p:nvGrpSpPr>
      <p:grpSpPr>
        <a:xfrm>
          <a:off x="0" y="0"/>
          <a:ext cx="0" cy="0"/>
          <a:chOff x="0" y="0"/>
          <a:chExt cx="0" cy="0"/>
        </a:xfrm>
      </p:grpSpPr>
      <p:sp>
        <p:nvSpPr>
          <p:cNvPr id="115" name="Google Shape;115;p48"/>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48"/>
          <p:cNvSpPr txBox="1"/>
          <p:nvPr>
            <p:ph idx="1" type="body"/>
          </p:nvPr>
        </p:nvSpPr>
        <p:spPr>
          <a:xfrm>
            <a:off x="609600" y="1949590"/>
            <a:ext cx="10972800" cy="412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7" name="Google Shape;117;p48"/>
          <p:cNvSpPr txBox="1"/>
          <p:nvPr>
            <p:ph idx="2" type="body"/>
          </p:nvPr>
        </p:nvSpPr>
        <p:spPr>
          <a:xfrm>
            <a:off x="609600" y="1386968"/>
            <a:ext cx="10972800" cy="546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2400"/>
              <a:buNone/>
              <a:defRPr b="1" sz="2400">
                <a:solidFill>
                  <a:schemeClr val="dk1"/>
                </a:solidFil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118" name="Shape 118"/>
        <p:cNvGrpSpPr/>
        <p:nvPr/>
      </p:nvGrpSpPr>
      <p:grpSpPr>
        <a:xfrm>
          <a:off x="0" y="0"/>
          <a:ext cx="0" cy="0"/>
          <a:chOff x="0" y="0"/>
          <a:chExt cx="0" cy="0"/>
        </a:xfrm>
      </p:grpSpPr>
      <p:sp>
        <p:nvSpPr>
          <p:cNvPr id="119" name="Google Shape;119;p49"/>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49"/>
          <p:cNvSpPr txBox="1"/>
          <p:nvPr>
            <p:ph idx="1" type="body"/>
          </p:nvPr>
        </p:nvSpPr>
        <p:spPr>
          <a:xfrm>
            <a:off x="609600" y="1386968"/>
            <a:ext cx="10972800" cy="546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2400"/>
              <a:buNone/>
              <a:defRPr b="1" sz="24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harts">
  <p:cSld name="Two Charts">
    <p:spTree>
      <p:nvGrpSpPr>
        <p:cNvPr id="121" name="Shape 121"/>
        <p:cNvGrpSpPr/>
        <p:nvPr/>
      </p:nvGrpSpPr>
      <p:grpSpPr>
        <a:xfrm>
          <a:off x="0" y="0"/>
          <a:ext cx="0" cy="0"/>
          <a:chOff x="0" y="0"/>
          <a:chExt cx="0" cy="0"/>
        </a:xfrm>
      </p:grpSpPr>
      <p:sp>
        <p:nvSpPr>
          <p:cNvPr id="122" name="Google Shape;122;p50"/>
          <p:cNvSpPr/>
          <p:nvPr/>
        </p:nvSpPr>
        <p:spPr>
          <a:xfrm>
            <a:off x="6212840" y="1869440"/>
            <a:ext cx="5979300" cy="3059700"/>
          </a:xfrm>
          <a:prstGeom prst="rect">
            <a:avLst/>
          </a:prstGeom>
          <a:solidFill>
            <a:srgbClr val="ECEC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 name="Google Shape;123;p50"/>
          <p:cNvSpPr/>
          <p:nvPr/>
        </p:nvSpPr>
        <p:spPr>
          <a:xfrm>
            <a:off x="0" y="1869440"/>
            <a:ext cx="5979300" cy="3059700"/>
          </a:xfrm>
          <a:prstGeom prst="rect">
            <a:avLst/>
          </a:prstGeom>
          <a:solidFill>
            <a:srgbClr val="ECEC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 name="Google Shape;124;p50"/>
          <p:cNvSpPr txBox="1"/>
          <p:nvPr>
            <p:ph type="title"/>
          </p:nvPr>
        </p:nvSpPr>
        <p:spPr>
          <a:xfrm>
            <a:off x="609600" y="283464"/>
            <a:ext cx="7924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50"/>
          <p:cNvSpPr txBox="1"/>
          <p:nvPr>
            <p:ph idx="1" type="body"/>
          </p:nvPr>
        </p:nvSpPr>
        <p:spPr>
          <a:xfrm>
            <a:off x="609600" y="5259347"/>
            <a:ext cx="5678400" cy="750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400"/>
              <a:buNone/>
              <a:defRPr b="1" sz="2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2000"/>
              <a:buNone/>
              <a:defRPr>
                <a:solidFill>
                  <a:schemeClr val="accent1"/>
                </a:solidFill>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6" name="Google Shape;126;p50"/>
          <p:cNvSpPr txBox="1"/>
          <p:nvPr>
            <p:ph idx="2" type="body"/>
          </p:nvPr>
        </p:nvSpPr>
        <p:spPr>
          <a:xfrm>
            <a:off x="6212840" y="1921407"/>
            <a:ext cx="5979300" cy="4257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320"/>
              </a:spcBef>
              <a:spcAft>
                <a:spcPts val="0"/>
              </a:spcAft>
              <a:buClr>
                <a:schemeClr val="dk2"/>
              </a:buClr>
              <a:buSzPts val="1600"/>
              <a:buNone/>
              <a:defRPr b="1" sz="16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7" name="Google Shape;127;p50"/>
          <p:cNvSpPr txBox="1"/>
          <p:nvPr>
            <p:ph idx="3" type="body"/>
          </p:nvPr>
        </p:nvSpPr>
        <p:spPr>
          <a:xfrm>
            <a:off x="-5080" y="1921407"/>
            <a:ext cx="5979300" cy="4257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320"/>
              </a:spcBef>
              <a:spcAft>
                <a:spcPts val="0"/>
              </a:spcAft>
              <a:buClr>
                <a:schemeClr val="dk2"/>
              </a:buClr>
              <a:buSzPts val="1600"/>
              <a:buNone/>
              <a:defRPr b="1" sz="16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8" name="Google Shape;128;p50"/>
          <p:cNvSpPr/>
          <p:nvPr>
            <p:ph idx="4" type="chart"/>
          </p:nvPr>
        </p:nvSpPr>
        <p:spPr>
          <a:xfrm>
            <a:off x="1" y="2346961"/>
            <a:ext cx="5984100" cy="2570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lvl="1"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lvl="2"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lvl="3"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lvl="4"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9" name="Google Shape;129;p50"/>
          <p:cNvSpPr/>
          <p:nvPr>
            <p:ph idx="5" type="chart"/>
          </p:nvPr>
        </p:nvSpPr>
        <p:spPr>
          <a:xfrm>
            <a:off x="6212840" y="2346961"/>
            <a:ext cx="5979300" cy="2570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lvl="1"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lvl="2"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lvl="3"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lvl="4"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130" name="Google Shape;130;p50"/>
          <p:cNvCxnSpPr/>
          <p:nvPr/>
        </p:nvCxnSpPr>
        <p:spPr>
          <a:xfrm>
            <a:off x="6212840" y="1869440"/>
            <a:ext cx="5979300" cy="0"/>
          </a:xfrm>
          <a:prstGeom prst="straightConnector1">
            <a:avLst/>
          </a:prstGeom>
          <a:noFill/>
          <a:ln cap="flat" cmpd="sng" w="57150">
            <a:solidFill>
              <a:schemeClr val="lt2"/>
            </a:solidFill>
            <a:prstDash val="solid"/>
            <a:round/>
            <a:headEnd len="sm" w="sm" type="none"/>
            <a:tailEnd len="sm" w="sm" type="none"/>
          </a:ln>
        </p:spPr>
      </p:cxnSp>
      <p:cxnSp>
        <p:nvCxnSpPr>
          <p:cNvPr id="131" name="Google Shape;131;p50"/>
          <p:cNvCxnSpPr/>
          <p:nvPr/>
        </p:nvCxnSpPr>
        <p:spPr>
          <a:xfrm>
            <a:off x="5081" y="1869440"/>
            <a:ext cx="5979300" cy="0"/>
          </a:xfrm>
          <a:prstGeom prst="straightConnector1">
            <a:avLst/>
          </a:prstGeom>
          <a:noFill/>
          <a:ln cap="flat" cmpd="sng" w="57150">
            <a:solidFill>
              <a:schemeClr val="lt2"/>
            </a:solidFill>
            <a:prstDash val="solid"/>
            <a:round/>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Chart">
  <p:cSld name="Text and Chart">
    <p:spTree>
      <p:nvGrpSpPr>
        <p:cNvPr id="132" name="Shape 132"/>
        <p:cNvGrpSpPr/>
        <p:nvPr/>
      </p:nvGrpSpPr>
      <p:grpSpPr>
        <a:xfrm>
          <a:off x="0" y="0"/>
          <a:ext cx="0" cy="0"/>
          <a:chOff x="0" y="0"/>
          <a:chExt cx="0" cy="0"/>
        </a:xfrm>
      </p:grpSpPr>
      <p:sp>
        <p:nvSpPr>
          <p:cNvPr id="133" name="Google Shape;133;p51"/>
          <p:cNvSpPr/>
          <p:nvPr/>
        </p:nvSpPr>
        <p:spPr>
          <a:xfrm>
            <a:off x="6212840" y="1869440"/>
            <a:ext cx="5979300" cy="3059700"/>
          </a:xfrm>
          <a:prstGeom prst="rect">
            <a:avLst/>
          </a:prstGeom>
          <a:solidFill>
            <a:srgbClr val="ECEC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4" name="Google Shape;134;p51"/>
          <p:cNvSpPr txBox="1"/>
          <p:nvPr>
            <p:ph type="title"/>
          </p:nvPr>
        </p:nvSpPr>
        <p:spPr>
          <a:xfrm>
            <a:off x="609600" y="283464"/>
            <a:ext cx="7924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51"/>
          <p:cNvSpPr txBox="1"/>
          <p:nvPr>
            <p:ph idx="1" type="body"/>
          </p:nvPr>
        </p:nvSpPr>
        <p:spPr>
          <a:xfrm>
            <a:off x="609600" y="5259347"/>
            <a:ext cx="5678400" cy="750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400"/>
              <a:buNone/>
              <a:defRPr b="1" sz="2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2000"/>
              <a:buNone/>
              <a:defRPr>
                <a:solidFill>
                  <a:schemeClr val="accent1"/>
                </a:solidFill>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6" name="Google Shape;136;p51"/>
          <p:cNvSpPr txBox="1"/>
          <p:nvPr>
            <p:ph idx="2" type="body"/>
          </p:nvPr>
        </p:nvSpPr>
        <p:spPr>
          <a:xfrm>
            <a:off x="6212840" y="1921407"/>
            <a:ext cx="5979300" cy="4257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320"/>
              </a:spcBef>
              <a:spcAft>
                <a:spcPts val="0"/>
              </a:spcAft>
              <a:buClr>
                <a:schemeClr val="dk2"/>
              </a:buClr>
              <a:buSzPts val="1600"/>
              <a:buNone/>
              <a:defRPr b="1" sz="16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7" name="Google Shape;137;p51"/>
          <p:cNvSpPr/>
          <p:nvPr>
            <p:ph idx="3" type="chart"/>
          </p:nvPr>
        </p:nvSpPr>
        <p:spPr>
          <a:xfrm>
            <a:off x="6212840" y="2346961"/>
            <a:ext cx="5979300" cy="2570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lvl="1"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lvl="2"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lvl="3"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lvl="4"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38" name="Google Shape;138;p51"/>
          <p:cNvSpPr txBox="1"/>
          <p:nvPr>
            <p:ph idx="4" type="body"/>
          </p:nvPr>
        </p:nvSpPr>
        <p:spPr>
          <a:xfrm>
            <a:off x="609600" y="1869440"/>
            <a:ext cx="5486400" cy="30597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139" name="Google Shape;139;p51"/>
          <p:cNvCxnSpPr/>
          <p:nvPr/>
        </p:nvCxnSpPr>
        <p:spPr>
          <a:xfrm>
            <a:off x="6212840" y="1869440"/>
            <a:ext cx="5979300" cy="0"/>
          </a:xfrm>
          <a:prstGeom prst="straightConnector1">
            <a:avLst/>
          </a:prstGeom>
          <a:noFill/>
          <a:ln cap="flat" cmpd="sng" w="57150">
            <a:solidFill>
              <a:schemeClr val="lt2"/>
            </a:solidFill>
            <a:prstDash val="solid"/>
            <a:round/>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2 column">
  <p:cSld name="Subtitle 2 column">
    <p:spTree>
      <p:nvGrpSpPr>
        <p:cNvPr id="140" name="Shape 140"/>
        <p:cNvGrpSpPr/>
        <p:nvPr/>
      </p:nvGrpSpPr>
      <p:grpSpPr>
        <a:xfrm>
          <a:off x="0" y="0"/>
          <a:ext cx="0" cy="0"/>
          <a:chOff x="0" y="0"/>
          <a:chExt cx="0" cy="0"/>
        </a:xfrm>
      </p:grpSpPr>
      <p:sp>
        <p:nvSpPr>
          <p:cNvPr id="141" name="Google Shape;141;p52"/>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52"/>
          <p:cNvSpPr txBox="1"/>
          <p:nvPr>
            <p:ph idx="1" type="body"/>
          </p:nvPr>
        </p:nvSpPr>
        <p:spPr>
          <a:xfrm>
            <a:off x="609600" y="1949590"/>
            <a:ext cx="5384700" cy="412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43" name="Google Shape;143;p52"/>
          <p:cNvSpPr txBox="1"/>
          <p:nvPr>
            <p:ph idx="2" type="body"/>
          </p:nvPr>
        </p:nvSpPr>
        <p:spPr>
          <a:xfrm>
            <a:off x="6197600" y="1949590"/>
            <a:ext cx="5384700" cy="412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44" name="Google Shape;144;p52"/>
          <p:cNvSpPr txBox="1"/>
          <p:nvPr>
            <p:ph idx="3" type="body"/>
          </p:nvPr>
        </p:nvSpPr>
        <p:spPr>
          <a:xfrm>
            <a:off x="609600" y="1386968"/>
            <a:ext cx="10972800" cy="546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2400"/>
              <a:buNone/>
              <a:defRPr b="1" sz="24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OP">
  <p:cSld name="STOP">
    <p:spTree>
      <p:nvGrpSpPr>
        <p:cNvPr id="145" name="Shape 145"/>
        <p:cNvGrpSpPr/>
        <p:nvPr/>
      </p:nvGrpSpPr>
      <p:grpSpPr>
        <a:xfrm>
          <a:off x="0" y="0"/>
          <a:ext cx="0" cy="0"/>
          <a:chOff x="0" y="0"/>
          <a:chExt cx="0" cy="0"/>
        </a:xfrm>
      </p:grpSpPr>
      <p:sp>
        <p:nvSpPr>
          <p:cNvPr id="146" name="Google Shape;146;p53"/>
          <p:cNvSpPr/>
          <p:nvPr/>
        </p:nvSpPr>
        <p:spPr>
          <a:xfrm>
            <a:off x="0" y="0"/>
            <a:ext cx="12192000" cy="68580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sp>
        <p:nvSpPr>
          <p:cNvPr id="147" name="Google Shape;147;p53"/>
          <p:cNvSpPr/>
          <p:nvPr/>
        </p:nvSpPr>
        <p:spPr>
          <a:xfrm>
            <a:off x="660400" y="1705451"/>
            <a:ext cx="10871100" cy="3447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3800"/>
              <a:buFont typeface="Arial"/>
              <a:buNone/>
            </a:pPr>
            <a:r>
              <a:rPr b="0" i="0" lang="en-US" sz="13800" u="none" cap="none" strike="noStrike">
                <a:solidFill>
                  <a:srgbClr val="FFFFFF"/>
                </a:solidFill>
                <a:latin typeface="Arial"/>
                <a:ea typeface="Arial"/>
                <a:cs typeface="Arial"/>
                <a:sym typeface="Arial"/>
              </a:rPr>
              <a:t>STOP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4000"/>
              <a:buFont typeface="Arial"/>
              <a:buNone/>
            </a:pPr>
            <a:r>
              <a:rPr b="0" i="0" lang="en-US" sz="4000" u="none" cap="none" strike="noStrike">
                <a:solidFill>
                  <a:srgbClr val="FFFFFF"/>
                </a:solidFill>
                <a:latin typeface="Arial"/>
                <a:ea typeface="Arial"/>
                <a:cs typeface="Arial"/>
                <a:sym typeface="Arial"/>
              </a:rPr>
              <a:t> Do not use layouts that come after this slide.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4000"/>
              <a:buFont typeface="Arial"/>
              <a:buNone/>
            </a:pPr>
            <a:r>
              <a:rPr b="0" i="0" lang="en-US" sz="4000" u="none" cap="none" strike="noStrike">
                <a:solidFill>
                  <a:srgbClr val="FFFFFF"/>
                </a:solidFill>
                <a:latin typeface="Arial"/>
                <a:ea typeface="Arial"/>
                <a:cs typeface="Arial"/>
                <a:sym typeface="Arial"/>
              </a:rPr>
              <a:t>They are not approved for template use.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8" name="Shape 148"/>
        <p:cNvGrpSpPr/>
        <p:nvPr/>
      </p:nvGrpSpPr>
      <p:grpSpPr>
        <a:xfrm>
          <a:off x="0" y="0"/>
          <a:ext cx="0" cy="0"/>
          <a:chOff x="0" y="0"/>
          <a:chExt cx="0" cy="0"/>
        </a:xfrm>
      </p:grpSpPr>
      <p:sp>
        <p:nvSpPr>
          <p:cNvPr id="149" name="Google Shape;149;p54"/>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9pPr>
          </a:lstStyle>
          <a:p/>
        </p:txBody>
      </p:sp>
      <p:sp>
        <p:nvSpPr>
          <p:cNvPr id="150" name="Google Shape;150;p54"/>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marR="0" rtl="0" algn="ctr">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9pPr>
          </a:lstStyle>
          <a:p/>
        </p:txBody>
      </p:sp>
      <p:sp>
        <p:nvSpPr>
          <p:cNvPr id="151" name="Google Shape;151;p54"/>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52" name="Shape 152"/>
        <p:cNvGrpSpPr/>
        <p:nvPr/>
      </p:nvGrpSpPr>
      <p:grpSpPr>
        <a:xfrm>
          <a:off x="0" y="0"/>
          <a:ext cx="0" cy="0"/>
          <a:chOff x="0" y="0"/>
          <a:chExt cx="0" cy="0"/>
        </a:xfrm>
      </p:grpSpPr>
      <p:sp>
        <p:nvSpPr>
          <p:cNvPr id="153" name="Google Shape;153;g36c77b07a70_0_90"/>
          <p:cNvSpPr txBox="1"/>
          <p:nvPr>
            <p:ph type="title"/>
          </p:nvPr>
        </p:nvSpPr>
        <p:spPr>
          <a:xfrm>
            <a:off x="415600" y="1474833"/>
            <a:ext cx="11360700" cy="2618100"/>
          </a:xfrm>
          <a:prstGeom prst="rect">
            <a:avLst/>
          </a:prstGeom>
          <a:noFill/>
          <a:ln>
            <a:noFill/>
          </a:ln>
        </p:spPr>
        <p:txBody>
          <a:bodyPr anchorCtr="0" anchor="b" bIns="91425" lIns="91425" spcFirstLastPara="1" rIns="91425" wrap="square" tIns="91425">
            <a:normAutofit/>
          </a:bodyPr>
          <a:lstStyle>
            <a:lvl1pPr lvl="0" algn="ctr">
              <a:lnSpc>
                <a:spcPct val="90000"/>
              </a:lnSpc>
              <a:spcBef>
                <a:spcPts val="0"/>
              </a:spcBef>
              <a:spcAft>
                <a:spcPts val="0"/>
              </a:spcAft>
              <a:buClr>
                <a:schemeClr val="dk1"/>
              </a:buClr>
              <a:buSzPts val="12000"/>
              <a:buFont typeface="Open Sans ExtraBold"/>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154" name="Google Shape;154;g36c77b07a70_0_90"/>
          <p:cNvSpPr txBox="1"/>
          <p:nvPr>
            <p:ph idx="1" type="body"/>
          </p:nvPr>
        </p:nvSpPr>
        <p:spPr>
          <a:xfrm>
            <a:off x="415600" y="4202967"/>
            <a:ext cx="11360700" cy="1734300"/>
          </a:xfrm>
          <a:prstGeom prst="rect">
            <a:avLst/>
          </a:prstGeom>
          <a:noFill/>
          <a:ln>
            <a:noFill/>
          </a:ln>
        </p:spPr>
        <p:txBody>
          <a:bodyPr anchorCtr="0" anchor="t" bIns="91425" lIns="91425" spcFirstLastPara="1" rIns="91425" wrap="square" tIns="91425">
            <a:normAutofit/>
          </a:bodyPr>
          <a:lstStyle>
            <a:lvl1pPr indent="-349250" lvl="0" marL="457200" algn="ctr">
              <a:lnSpc>
                <a:spcPct val="90000"/>
              </a:lnSpc>
              <a:spcBef>
                <a:spcPts val="0"/>
              </a:spcBef>
              <a:spcAft>
                <a:spcPts val="0"/>
              </a:spcAft>
              <a:buClr>
                <a:schemeClr val="dk1"/>
              </a:buClr>
              <a:buSzPts val="1900"/>
              <a:buChar char="●"/>
              <a:defRPr/>
            </a:lvl1pPr>
            <a:lvl2pPr indent="-323850" lvl="1" marL="914400" algn="ctr">
              <a:lnSpc>
                <a:spcPct val="90000"/>
              </a:lnSpc>
              <a:spcBef>
                <a:spcPts val="0"/>
              </a:spcBef>
              <a:spcAft>
                <a:spcPts val="0"/>
              </a:spcAft>
              <a:buClr>
                <a:schemeClr val="dk1"/>
              </a:buClr>
              <a:buSzPts val="1500"/>
              <a:buChar char="○"/>
              <a:defRPr/>
            </a:lvl2pPr>
            <a:lvl3pPr indent="-323850" lvl="2" marL="1371600" algn="ctr">
              <a:lnSpc>
                <a:spcPct val="90000"/>
              </a:lnSpc>
              <a:spcBef>
                <a:spcPts val="0"/>
              </a:spcBef>
              <a:spcAft>
                <a:spcPts val="0"/>
              </a:spcAft>
              <a:buClr>
                <a:schemeClr val="dk1"/>
              </a:buClr>
              <a:buSzPts val="1500"/>
              <a:buChar char="■"/>
              <a:defRPr/>
            </a:lvl3pPr>
            <a:lvl4pPr indent="-323850" lvl="3" marL="1828800" algn="ctr">
              <a:lnSpc>
                <a:spcPct val="90000"/>
              </a:lnSpc>
              <a:spcBef>
                <a:spcPts val="0"/>
              </a:spcBef>
              <a:spcAft>
                <a:spcPts val="0"/>
              </a:spcAft>
              <a:buClr>
                <a:schemeClr val="dk1"/>
              </a:buClr>
              <a:buSzPts val="1500"/>
              <a:buChar char="●"/>
              <a:defRPr/>
            </a:lvl4pPr>
            <a:lvl5pPr indent="-323850" lvl="4" marL="2286000" algn="ctr">
              <a:lnSpc>
                <a:spcPct val="90000"/>
              </a:lnSpc>
              <a:spcBef>
                <a:spcPts val="0"/>
              </a:spcBef>
              <a:spcAft>
                <a:spcPts val="0"/>
              </a:spcAft>
              <a:buClr>
                <a:schemeClr val="dk1"/>
              </a:buClr>
              <a:buSzPts val="1500"/>
              <a:buChar char="○"/>
              <a:defRPr/>
            </a:lvl5pPr>
            <a:lvl6pPr indent="-323850" lvl="5" marL="2743200" algn="ctr">
              <a:lnSpc>
                <a:spcPct val="90000"/>
              </a:lnSpc>
              <a:spcBef>
                <a:spcPts val="0"/>
              </a:spcBef>
              <a:spcAft>
                <a:spcPts val="0"/>
              </a:spcAft>
              <a:buClr>
                <a:schemeClr val="dk1"/>
              </a:buClr>
              <a:buSzPts val="1500"/>
              <a:buChar char="■"/>
              <a:defRPr/>
            </a:lvl6pPr>
            <a:lvl7pPr indent="-323850" lvl="6" marL="3200400" algn="ctr">
              <a:lnSpc>
                <a:spcPct val="90000"/>
              </a:lnSpc>
              <a:spcBef>
                <a:spcPts val="0"/>
              </a:spcBef>
              <a:spcAft>
                <a:spcPts val="0"/>
              </a:spcAft>
              <a:buClr>
                <a:schemeClr val="dk1"/>
              </a:buClr>
              <a:buSzPts val="1500"/>
              <a:buChar char="●"/>
              <a:defRPr/>
            </a:lvl7pPr>
            <a:lvl8pPr indent="-323850" lvl="7" marL="3657600" algn="ctr">
              <a:lnSpc>
                <a:spcPct val="90000"/>
              </a:lnSpc>
              <a:spcBef>
                <a:spcPts val="0"/>
              </a:spcBef>
              <a:spcAft>
                <a:spcPts val="0"/>
              </a:spcAft>
              <a:buClr>
                <a:schemeClr val="dk1"/>
              </a:buClr>
              <a:buSzPts val="1500"/>
              <a:buChar char="○"/>
              <a:defRPr/>
            </a:lvl8pPr>
            <a:lvl9pPr indent="-323850" lvl="8" marL="4114800" algn="ctr">
              <a:lnSpc>
                <a:spcPct val="90000"/>
              </a:lnSpc>
              <a:spcBef>
                <a:spcPts val="0"/>
              </a:spcBef>
              <a:spcAft>
                <a:spcPts val="0"/>
              </a:spcAft>
              <a:buClr>
                <a:schemeClr val="dk1"/>
              </a:buClr>
              <a:buSzPts val="1500"/>
              <a:buChar char="■"/>
              <a:defRPr/>
            </a:lvl9pPr>
          </a:lstStyle>
          <a:p/>
        </p:txBody>
      </p:sp>
      <p:sp>
        <p:nvSpPr>
          <p:cNvPr id="155" name="Google Shape;155;g36c77b07a70_0_90"/>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888888"/>
              </a:buClr>
              <a:buSzPts val="1200"/>
              <a:buFont typeface="Open Sans"/>
              <a:buNone/>
              <a:defRPr b="0" i="0" sz="1200" u="none" cap="none" strike="noStrike">
                <a:solidFill>
                  <a:srgbClr val="888888"/>
                </a:solidFill>
                <a:latin typeface="Open Sans"/>
                <a:ea typeface="Open Sans"/>
                <a:cs typeface="Open Sans"/>
                <a:sym typeface="Open Sans"/>
              </a:defRPr>
            </a:lvl1pPr>
            <a:lvl2pPr indent="0" lvl="1" marL="0" marR="0" rtl="0" algn="r">
              <a:lnSpc>
                <a:spcPct val="100000"/>
              </a:lnSpc>
              <a:spcBef>
                <a:spcPts val="0"/>
              </a:spcBef>
              <a:spcAft>
                <a:spcPts val="0"/>
              </a:spcAft>
              <a:buClr>
                <a:srgbClr val="888888"/>
              </a:buClr>
              <a:buSzPts val="1200"/>
              <a:buFont typeface="Open Sans"/>
              <a:buNone/>
              <a:defRPr b="0" i="0" sz="1200" u="none" cap="none" strike="noStrike">
                <a:solidFill>
                  <a:srgbClr val="888888"/>
                </a:solidFill>
                <a:latin typeface="Open Sans"/>
                <a:ea typeface="Open Sans"/>
                <a:cs typeface="Open Sans"/>
                <a:sym typeface="Open Sans"/>
              </a:defRPr>
            </a:lvl2pPr>
            <a:lvl3pPr indent="0" lvl="2" marL="0" marR="0" rtl="0" algn="r">
              <a:lnSpc>
                <a:spcPct val="100000"/>
              </a:lnSpc>
              <a:spcBef>
                <a:spcPts val="0"/>
              </a:spcBef>
              <a:spcAft>
                <a:spcPts val="0"/>
              </a:spcAft>
              <a:buClr>
                <a:srgbClr val="888888"/>
              </a:buClr>
              <a:buSzPts val="1200"/>
              <a:buFont typeface="Open Sans"/>
              <a:buNone/>
              <a:defRPr b="0" i="0" sz="1200" u="none" cap="none" strike="noStrike">
                <a:solidFill>
                  <a:srgbClr val="888888"/>
                </a:solidFill>
                <a:latin typeface="Open Sans"/>
                <a:ea typeface="Open Sans"/>
                <a:cs typeface="Open Sans"/>
                <a:sym typeface="Open Sans"/>
              </a:defRPr>
            </a:lvl3pPr>
            <a:lvl4pPr indent="0" lvl="3" marL="0" marR="0" rtl="0" algn="r">
              <a:lnSpc>
                <a:spcPct val="100000"/>
              </a:lnSpc>
              <a:spcBef>
                <a:spcPts val="0"/>
              </a:spcBef>
              <a:spcAft>
                <a:spcPts val="0"/>
              </a:spcAft>
              <a:buClr>
                <a:srgbClr val="888888"/>
              </a:buClr>
              <a:buSzPts val="1200"/>
              <a:buFont typeface="Open Sans"/>
              <a:buNone/>
              <a:defRPr b="0" i="0" sz="1200" u="none" cap="none" strike="noStrike">
                <a:solidFill>
                  <a:srgbClr val="888888"/>
                </a:solidFill>
                <a:latin typeface="Open Sans"/>
                <a:ea typeface="Open Sans"/>
                <a:cs typeface="Open Sans"/>
                <a:sym typeface="Open Sans"/>
              </a:defRPr>
            </a:lvl4pPr>
            <a:lvl5pPr indent="0" lvl="4" marL="0" marR="0" rtl="0" algn="r">
              <a:lnSpc>
                <a:spcPct val="100000"/>
              </a:lnSpc>
              <a:spcBef>
                <a:spcPts val="0"/>
              </a:spcBef>
              <a:spcAft>
                <a:spcPts val="0"/>
              </a:spcAft>
              <a:buClr>
                <a:srgbClr val="888888"/>
              </a:buClr>
              <a:buSzPts val="1200"/>
              <a:buFont typeface="Open Sans"/>
              <a:buNone/>
              <a:defRPr b="0" i="0" sz="1200" u="none" cap="none" strike="noStrike">
                <a:solidFill>
                  <a:srgbClr val="888888"/>
                </a:solidFill>
                <a:latin typeface="Open Sans"/>
                <a:ea typeface="Open Sans"/>
                <a:cs typeface="Open Sans"/>
                <a:sym typeface="Open Sans"/>
              </a:defRPr>
            </a:lvl5pPr>
            <a:lvl6pPr indent="0" lvl="5" marL="0" marR="0" rtl="0" algn="r">
              <a:lnSpc>
                <a:spcPct val="100000"/>
              </a:lnSpc>
              <a:spcBef>
                <a:spcPts val="0"/>
              </a:spcBef>
              <a:spcAft>
                <a:spcPts val="0"/>
              </a:spcAft>
              <a:buClr>
                <a:srgbClr val="888888"/>
              </a:buClr>
              <a:buSzPts val="1200"/>
              <a:buFont typeface="Open Sans"/>
              <a:buNone/>
              <a:defRPr b="0" i="0" sz="1200" u="none" cap="none" strike="noStrike">
                <a:solidFill>
                  <a:srgbClr val="888888"/>
                </a:solidFill>
                <a:latin typeface="Open Sans"/>
                <a:ea typeface="Open Sans"/>
                <a:cs typeface="Open Sans"/>
                <a:sym typeface="Open Sans"/>
              </a:defRPr>
            </a:lvl6pPr>
            <a:lvl7pPr indent="0" lvl="6" marL="0" marR="0" rtl="0" algn="r">
              <a:lnSpc>
                <a:spcPct val="100000"/>
              </a:lnSpc>
              <a:spcBef>
                <a:spcPts val="0"/>
              </a:spcBef>
              <a:spcAft>
                <a:spcPts val="0"/>
              </a:spcAft>
              <a:buClr>
                <a:srgbClr val="888888"/>
              </a:buClr>
              <a:buSzPts val="1200"/>
              <a:buFont typeface="Open Sans"/>
              <a:buNone/>
              <a:defRPr b="0" i="0" sz="1200" u="none" cap="none" strike="noStrike">
                <a:solidFill>
                  <a:srgbClr val="888888"/>
                </a:solidFill>
                <a:latin typeface="Open Sans"/>
                <a:ea typeface="Open Sans"/>
                <a:cs typeface="Open Sans"/>
                <a:sym typeface="Open Sans"/>
              </a:defRPr>
            </a:lvl7pPr>
            <a:lvl8pPr indent="0" lvl="7" marL="0" marR="0" rtl="0" algn="r">
              <a:lnSpc>
                <a:spcPct val="100000"/>
              </a:lnSpc>
              <a:spcBef>
                <a:spcPts val="0"/>
              </a:spcBef>
              <a:spcAft>
                <a:spcPts val="0"/>
              </a:spcAft>
              <a:buClr>
                <a:srgbClr val="888888"/>
              </a:buClr>
              <a:buSzPts val="1200"/>
              <a:buFont typeface="Open Sans"/>
              <a:buNone/>
              <a:defRPr b="0" i="0" sz="1200" u="none" cap="none" strike="noStrike">
                <a:solidFill>
                  <a:srgbClr val="888888"/>
                </a:solidFill>
                <a:latin typeface="Open Sans"/>
                <a:ea typeface="Open Sans"/>
                <a:cs typeface="Open Sans"/>
                <a:sym typeface="Open Sans"/>
              </a:defRPr>
            </a:lvl8pPr>
            <a:lvl9pPr indent="0" lvl="8" marL="0" marR="0" rtl="0" algn="r">
              <a:lnSpc>
                <a:spcPct val="100000"/>
              </a:lnSpc>
              <a:spcBef>
                <a:spcPts val="0"/>
              </a:spcBef>
              <a:spcAft>
                <a:spcPts val="0"/>
              </a:spcAft>
              <a:buClr>
                <a:srgbClr val="888888"/>
              </a:buClr>
              <a:buSzPts val="1200"/>
              <a:buFont typeface="Open Sans"/>
              <a:buNone/>
              <a:defRPr b="0" i="0" sz="1200" u="none" cap="none" strike="noStrike">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eal Key Point" showMasterSp="0">
  <p:cSld name="Dark Teal Key Point">
    <p:bg>
      <p:bgPr>
        <a:solidFill>
          <a:schemeClr val="dk2"/>
        </a:solidFill>
      </p:bgPr>
    </p:bg>
    <p:spTree>
      <p:nvGrpSpPr>
        <p:cNvPr id="162" name="Shape 162"/>
        <p:cNvGrpSpPr/>
        <p:nvPr/>
      </p:nvGrpSpPr>
      <p:grpSpPr>
        <a:xfrm>
          <a:off x="0" y="0"/>
          <a:ext cx="0" cy="0"/>
          <a:chOff x="0" y="0"/>
          <a:chExt cx="0" cy="0"/>
        </a:xfrm>
      </p:grpSpPr>
      <p:sp>
        <p:nvSpPr>
          <p:cNvPr id="163" name="Google Shape;163;p34"/>
          <p:cNvSpPr txBox="1"/>
          <p:nvPr>
            <p:ph idx="1" type="body"/>
          </p:nvPr>
        </p:nvSpPr>
        <p:spPr>
          <a:xfrm>
            <a:off x="1150621" y="3009659"/>
            <a:ext cx="9890700" cy="838800"/>
          </a:xfrm>
          <a:prstGeom prst="rect">
            <a:avLst/>
          </a:prstGeom>
          <a:noFill/>
          <a:ln>
            <a:noFill/>
          </a:ln>
        </p:spPr>
        <p:txBody>
          <a:bodyPr anchorCtr="0" anchor="t" bIns="45700" lIns="91425" spcFirstLastPara="1" rIns="91425" wrap="square" tIns="45700">
            <a:noAutofit/>
          </a:bodyPr>
          <a:lstStyle>
            <a:lvl1pPr indent="-228600" lvl="0" marL="457200" algn="ctr">
              <a:lnSpc>
                <a:spcPct val="150000"/>
              </a:lnSpc>
              <a:spcBef>
                <a:spcPts val="0"/>
              </a:spcBef>
              <a:spcAft>
                <a:spcPts val="0"/>
              </a:spcAft>
              <a:buClr>
                <a:schemeClr val="dk2"/>
              </a:buClr>
              <a:buSzPts val="3200"/>
              <a:buFont typeface="Arial"/>
              <a:buNone/>
              <a:defRPr b="0" sz="32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4" name="Google Shape;164;p34"/>
          <p:cNvSpPr txBox="1"/>
          <p:nvPr>
            <p:ph type="title"/>
          </p:nvPr>
        </p:nvSpPr>
        <p:spPr>
          <a:xfrm>
            <a:off x="4147933" y="1436807"/>
            <a:ext cx="3883500" cy="1250100"/>
          </a:xfrm>
          <a:prstGeom prst="rect">
            <a:avLst/>
          </a:prstGeom>
          <a:solidFill>
            <a:schemeClr val="dk2"/>
          </a:solid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5400"/>
              <a:buFont typeface="Arial"/>
              <a:buNone/>
              <a:defRPr b="1" sz="54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165" name="Google Shape;165;p34"/>
          <p:cNvGrpSpPr/>
          <p:nvPr/>
        </p:nvGrpSpPr>
        <p:grpSpPr>
          <a:xfrm>
            <a:off x="470977" y="3300834"/>
            <a:ext cx="679668" cy="3059904"/>
            <a:chOff x="549074" y="2623335"/>
            <a:chExt cx="838682" cy="3775795"/>
          </a:xfrm>
        </p:grpSpPr>
        <p:pic>
          <p:nvPicPr>
            <p:cNvPr id="166" name="Google Shape;166;p34"/>
            <p:cNvPicPr preferRelativeResize="0"/>
            <p:nvPr/>
          </p:nvPicPr>
          <p:blipFill rotWithShape="1">
            <a:blip r:embed="rId2">
              <a:alphaModFix/>
            </a:blip>
            <a:srcRect b="0" l="0" r="0" t="0"/>
            <a:stretch/>
          </p:blipFill>
          <p:spPr>
            <a:xfrm rot="5400000">
              <a:off x="705" y="5012079"/>
              <a:ext cx="1935420" cy="838682"/>
            </a:xfrm>
            <a:prstGeom prst="rect">
              <a:avLst/>
            </a:prstGeom>
            <a:noFill/>
            <a:ln>
              <a:noFill/>
            </a:ln>
          </p:spPr>
        </p:pic>
        <p:pic>
          <p:nvPicPr>
            <p:cNvPr id="167" name="Google Shape;167;p34"/>
            <p:cNvPicPr preferRelativeResize="0"/>
            <p:nvPr/>
          </p:nvPicPr>
          <p:blipFill rotWithShape="1">
            <a:blip r:embed="rId2">
              <a:alphaModFix/>
            </a:blip>
            <a:srcRect b="0" l="0" r="0" t="0"/>
            <a:stretch/>
          </p:blipFill>
          <p:spPr>
            <a:xfrm rot="5400000">
              <a:off x="705" y="3171704"/>
              <a:ext cx="1935420" cy="838682"/>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Slide_Logo Slide" showMasterSp="0">
  <p:cSld name="Theme Slide_Logo Slide">
    <p:spTree>
      <p:nvGrpSpPr>
        <p:cNvPr id="168" name="Shape 168"/>
        <p:cNvGrpSpPr/>
        <p:nvPr/>
      </p:nvGrpSpPr>
      <p:grpSpPr>
        <a:xfrm>
          <a:off x="0" y="0"/>
          <a:ext cx="0" cy="0"/>
          <a:chOff x="0" y="0"/>
          <a:chExt cx="0" cy="0"/>
        </a:xfrm>
      </p:grpSpPr>
      <p:pic>
        <p:nvPicPr>
          <p:cNvPr id="169" name="Google Shape;169;p81"/>
          <p:cNvPicPr preferRelativeResize="0"/>
          <p:nvPr/>
        </p:nvPicPr>
        <p:blipFill rotWithShape="1">
          <a:blip r:embed="rId2">
            <a:alphaModFix/>
          </a:blip>
          <a:srcRect b="0" l="0" r="0" t="0"/>
          <a:stretch/>
        </p:blipFill>
        <p:spPr>
          <a:xfrm>
            <a:off x="9412658" y="762001"/>
            <a:ext cx="2055444" cy="1085848"/>
          </a:xfrm>
          <a:prstGeom prst="rect">
            <a:avLst/>
          </a:prstGeom>
          <a:noFill/>
          <a:ln>
            <a:noFill/>
          </a:ln>
        </p:spPr>
      </p:pic>
      <p:sp>
        <p:nvSpPr>
          <p:cNvPr id="170" name="Google Shape;170;p81"/>
          <p:cNvSpPr txBox="1"/>
          <p:nvPr>
            <p:ph type="title"/>
          </p:nvPr>
        </p:nvSpPr>
        <p:spPr>
          <a:xfrm>
            <a:off x="609600" y="3540406"/>
            <a:ext cx="7442700" cy="1143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2"/>
              </a:buClr>
              <a:buSzPts val="6600"/>
              <a:buFont typeface="Arial"/>
              <a:buNone/>
              <a:defRPr sz="6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81"/>
          <p:cNvSpPr txBox="1"/>
          <p:nvPr>
            <p:ph idx="1" type="body"/>
          </p:nvPr>
        </p:nvSpPr>
        <p:spPr>
          <a:xfrm>
            <a:off x="609600" y="4683406"/>
            <a:ext cx="7442700" cy="914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2"/>
                </a:solidFill>
              </a:defRPr>
            </a:lvl1pPr>
            <a:lvl2pPr indent="-228600" lvl="1" marL="914400" algn="l">
              <a:lnSpc>
                <a:spcPct val="100000"/>
              </a:lnSpc>
              <a:spcBef>
                <a:spcPts val="1200"/>
              </a:spcBef>
              <a:spcAft>
                <a:spcPts val="0"/>
              </a:spcAft>
              <a:buSzPts val="2000"/>
              <a:buNone/>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72" name="Shape 172"/>
        <p:cNvGrpSpPr/>
        <p:nvPr/>
      </p:nvGrpSpPr>
      <p:grpSpPr>
        <a:xfrm>
          <a:off x="0" y="0"/>
          <a:ext cx="0" cy="0"/>
          <a:chOff x="0" y="0"/>
          <a:chExt cx="0" cy="0"/>
        </a:xfrm>
      </p:grpSpPr>
      <p:sp>
        <p:nvSpPr>
          <p:cNvPr id="173" name="Google Shape;173;p82"/>
          <p:cNvSpPr/>
          <p:nvPr/>
        </p:nvSpPr>
        <p:spPr>
          <a:xfrm>
            <a:off x="5814060" y="0"/>
            <a:ext cx="3131700" cy="3375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4" name="Google Shape;174;p82"/>
          <p:cNvSpPr/>
          <p:nvPr/>
        </p:nvSpPr>
        <p:spPr>
          <a:xfrm>
            <a:off x="9060180" y="0"/>
            <a:ext cx="3131700" cy="3375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5" name="Google Shape;175;p82"/>
          <p:cNvSpPr/>
          <p:nvPr/>
        </p:nvSpPr>
        <p:spPr>
          <a:xfrm>
            <a:off x="5814060" y="3482386"/>
            <a:ext cx="3131700" cy="3375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6" name="Google Shape;176;p82"/>
          <p:cNvSpPr/>
          <p:nvPr/>
        </p:nvSpPr>
        <p:spPr>
          <a:xfrm>
            <a:off x="9060180" y="3482386"/>
            <a:ext cx="3131700" cy="33756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7" name="Google Shape;177;p82"/>
          <p:cNvSpPr/>
          <p:nvPr/>
        </p:nvSpPr>
        <p:spPr>
          <a:xfrm>
            <a:off x="0" y="0"/>
            <a:ext cx="5814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8" name="Google Shape;178;p82"/>
          <p:cNvSpPr txBox="1"/>
          <p:nvPr>
            <p:ph type="title"/>
          </p:nvPr>
        </p:nvSpPr>
        <p:spPr>
          <a:xfrm>
            <a:off x="609600" y="851624"/>
            <a:ext cx="45264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82"/>
          <p:cNvSpPr txBox="1"/>
          <p:nvPr>
            <p:ph idx="1" type="body"/>
          </p:nvPr>
        </p:nvSpPr>
        <p:spPr>
          <a:xfrm>
            <a:off x="609600" y="2293938"/>
            <a:ext cx="4526400" cy="3063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0" name="Google Shape;180;p82"/>
          <p:cNvSpPr txBox="1"/>
          <p:nvPr>
            <p:ph idx="2" type="body"/>
          </p:nvPr>
        </p:nvSpPr>
        <p:spPr>
          <a:xfrm>
            <a:off x="6096000" y="162337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1" name="Google Shape;181;p82"/>
          <p:cNvSpPr txBox="1"/>
          <p:nvPr>
            <p:ph idx="3" type="body"/>
          </p:nvPr>
        </p:nvSpPr>
        <p:spPr>
          <a:xfrm>
            <a:off x="9319260" y="162337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2" name="Google Shape;182;p82"/>
          <p:cNvSpPr txBox="1"/>
          <p:nvPr>
            <p:ph idx="4" type="body"/>
          </p:nvPr>
        </p:nvSpPr>
        <p:spPr>
          <a:xfrm>
            <a:off x="6096000" y="512095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3" name="Google Shape;183;p82"/>
          <p:cNvSpPr txBox="1"/>
          <p:nvPr>
            <p:ph idx="5" type="body"/>
          </p:nvPr>
        </p:nvSpPr>
        <p:spPr>
          <a:xfrm>
            <a:off x="9319260" y="512095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2">
  <p:cSld name="Blank_2">
    <p:spTree>
      <p:nvGrpSpPr>
        <p:cNvPr id="184" name="Shape 184"/>
        <p:cNvGrpSpPr/>
        <p:nvPr/>
      </p:nvGrpSpPr>
      <p:grpSpPr>
        <a:xfrm>
          <a:off x="0" y="0"/>
          <a:ext cx="0" cy="0"/>
          <a:chOff x="0" y="0"/>
          <a:chExt cx="0" cy="0"/>
        </a:xfrm>
      </p:grpSpPr>
      <p:sp>
        <p:nvSpPr>
          <p:cNvPr id="185" name="Google Shape;185;p83"/>
          <p:cNvSpPr/>
          <p:nvPr/>
        </p:nvSpPr>
        <p:spPr>
          <a:xfrm>
            <a:off x="302654" y="978794"/>
            <a:ext cx="11616600" cy="611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_Half Image">
  <p:cSld name="1_Text_Half Image">
    <p:spTree>
      <p:nvGrpSpPr>
        <p:cNvPr id="186" name="Shape 186"/>
        <p:cNvGrpSpPr/>
        <p:nvPr/>
      </p:nvGrpSpPr>
      <p:grpSpPr>
        <a:xfrm>
          <a:off x="0" y="0"/>
          <a:ext cx="0" cy="0"/>
          <a:chOff x="0" y="0"/>
          <a:chExt cx="0" cy="0"/>
        </a:xfrm>
      </p:grpSpPr>
      <p:sp>
        <p:nvSpPr>
          <p:cNvPr id="187" name="Google Shape;187;p84"/>
          <p:cNvSpPr txBox="1"/>
          <p:nvPr>
            <p:ph type="title"/>
          </p:nvPr>
        </p:nvSpPr>
        <p:spPr>
          <a:xfrm>
            <a:off x="609600" y="283464"/>
            <a:ext cx="49986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3600"/>
              <a:buNone/>
              <a:defRPr b="1" sz="3600" cap="none">
                <a:solidFill>
                  <a:schemeClr val="lt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84"/>
          <p:cNvSpPr txBox="1"/>
          <p:nvPr>
            <p:ph idx="1" type="body"/>
          </p:nvPr>
        </p:nvSpPr>
        <p:spPr>
          <a:xfrm>
            <a:off x="609600" y="1600200"/>
            <a:ext cx="4998600" cy="43815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1200"/>
              </a:spcBef>
              <a:spcAft>
                <a:spcPts val="0"/>
              </a:spcAft>
              <a:buSzPts val="2400"/>
              <a:buChar char="•"/>
              <a:defRPr/>
            </a:lvl1pPr>
            <a:lvl2pPr indent="-355600" lvl="1" marL="914400" algn="l">
              <a:lnSpc>
                <a:spcPct val="100000"/>
              </a:lnSpc>
              <a:spcBef>
                <a:spcPts val="1200"/>
              </a:spcBef>
              <a:spcAft>
                <a:spcPts val="0"/>
              </a:spcAft>
              <a:buSzPts val="2000"/>
              <a:buChar char="–"/>
              <a:defRPr/>
            </a:lvl2pPr>
            <a:lvl3pPr indent="-342900" lvl="2" marL="1371600" algn="l">
              <a:lnSpc>
                <a:spcPct val="100000"/>
              </a:lnSpc>
              <a:spcBef>
                <a:spcPts val="1200"/>
              </a:spcBef>
              <a:spcAft>
                <a:spcPts val="0"/>
              </a:spcAft>
              <a:buSzPts val="1800"/>
              <a:buChar char="•"/>
              <a:defRPr/>
            </a:lvl3pPr>
            <a:lvl4pPr indent="-330200" lvl="3" marL="1828800" algn="l">
              <a:lnSpc>
                <a:spcPct val="100000"/>
              </a:lnSpc>
              <a:spcBef>
                <a:spcPts val="1200"/>
              </a:spcBef>
              <a:spcAft>
                <a:spcPts val="0"/>
              </a:spcAft>
              <a:buSzPts val="1600"/>
              <a:buChar char="–"/>
              <a:defRPr/>
            </a:lvl4pPr>
            <a:lvl5pPr indent="-330200" lvl="4" marL="2286000" algn="l">
              <a:lnSpc>
                <a:spcPct val="100000"/>
              </a:lnSpc>
              <a:spcBef>
                <a:spcPts val="1200"/>
              </a:spcBef>
              <a:spcAft>
                <a:spcPts val="0"/>
              </a:spcAft>
              <a:buSzPts val="16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189" name="Google Shape;189;p84"/>
          <p:cNvSpPr/>
          <p:nvPr>
            <p:ph idx="2" type="pic"/>
          </p:nvPr>
        </p:nvSpPr>
        <p:spPr>
          <a:xfrm>
            <a:off x="6096000" y="0"/>
            <a:ext cx="6096000" cy="6858000"/>
          </a:xfrm>
          <a:prstGeom prst="rect">
            <a:avLst/>
          </a:prstGeom>
          <a:noFill/>
          <a:ln>
            <a:noFill/>
          </a:ln>
        </p:spPr>
      </p:sp>
      <p:pic>
        <p:nvPicPr>
          <p:cNvPr id="190" name="Google Shape;190;p84"/>
          <p:cNvPicPr preferRelativeResize="0"/>
          <p:nvPr/>
        </p:nvPicPr>
        <p:blipFill rotWithShape="1">
          <a:blip r:embed="rId2">
            <a:alphaModFix/>
          </a:blip>
          <a:srcRect b="0" l="0" r="0" t="0"/>
          <a:stretch/>
        </p:blipFill>
        <p:spPr>
          <a:xfrm rot="5400000">
            <a:off x="4944427" y="5033963"/>
            <a:ext cx="2927985" cy="44196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eal Key Point" showMasterSp="0">
  <p:cSld name="Light Teal Key Point">
    <p:bg>
      <p:bgPr>
        <a:solidFill>
          <a:schemeClr val="lt2"/>
        </a:solidFill>
      </p:bgPr>
    </p:bg>
    <p:spTree>
      <p:nvGrpSpPr>
        <p:cNvPr id="191" name="Shape 191"/>
        <p:cNvGrpSpPr/>
        <p:nvPr/>
      </p:nvGrpSpPr>
      <p:grpSpPr>
        <a:xfrm>
          <a:off x="0" y="0"/>
          <a:ext cx="0" cy="0"/>
          <a:chOff x="0" y="0"/>
          <a:chExt cx="0" cy="0"/>
        </a:xfrm>
      </p:grpSpPr>
      <p:sp>
        <p:nvSpPr>
          <p:cNvPr id="192" name="Google Shape;192;p85"/>
          <p:cNvSpPr txBox="1"/>
          <p:nvPr>
            <p:ph idx="1" type="body"/>
          </p:nvPr>
        </p:nvSpPr>
        <p:spPr>
          <a:xfrm>
            <a:off x="1150621" y="3009659"/>
            <a:ext cx="9890700" cy="838800"/>
          </a:xfrm>
          <a:prstGeom prst="rect">
            <a:avLst/>
          </a:prstGeom>
          <a:noFill/>
          <a:ln>
            <a:noFill/>
          </a:ln>
        </p:spPr>
        <p:txBody>
          <a:bodyPr anchorCtr="0" anchor="t" bIns="45700" lIns="91425" spcFirstLastPara="1" rIns="91425" wrap="square" tIns="45700">
            <a:noAutofit/>
          </a:bodyPr>
          <a:lstStyle>
            <a:lvl1pPr indent="-228600" lvl="0" marL="457200" algn="ctr">
              <a:lnSpc>
                <a:spcPct val="150000"/>
              </a:lnSpc>
              <a:spcBef>
                <a:spcPts val="0"/>
              </a:spcBef>
              <a:spcAft>
                <a:spcPts val="0"/>
              </a:spcAft>
              <a:buClr>
                <a:schemeClr val="dk2"/>
              </a:buClr>
              <a:buSzPts val="3200"/>
              <a:buFont typeface="Arial"/>
              <a:buNone/>
              <a:defRPr b="0" sz="32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3" name="Google Shape;193;p85"/>
          <p:cNvSpPr txBox="1"/>
          <p:nvPr>
            <p:ph type="title"/>
          </p:nvPr>
        </p:nvSpPr>
        <p:spPr>
          <a:xfrm>
            <a:off x="4147933" y="1436807"/>
            <a:ext cx="3883500" cy="1250100"/>
          </a:xfrm>
          <a:prstGeom prst="rect">
            <a:avLst/>
          </a:prstGeom>
          <a:solidFill>
            <a:schemeClr val="lt2"/>
          </a:solid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5400"/>
              <a:buFont typeface="Arial"/>
              <a:buNone/>
              <a:defRPr b="1" sz="54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94" name="Google Shape;194;p85"/>
          <p:cNvPicPr preferRelativeResize="0"/>
          <p:nvPr/>
        </p:nvPicPr>
        <p:blipFill rotWithShape="1">
          <a:blip r:embed="rId2">
            <a:alphaModFix/>
          </a:blip>
          <a:srcRect b="0" l="0" r="0" t="0"/>
          <a:stretch/>
        </p:blipFill>
        <p:spPr>
          <a:xfrm>
            <a:off x="5161656" y="1016622"/>
            <a:ext cx="1868690" cy="4231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Text">
  <p:cSld name="Standard Text">
    <p:spTree>
      <p:nvGrpSpPr>
        <p:cNvPr id="195" name="Shape 195"/>
        <p:cNvGrpSpPr/>
        <p:nvPr/>
      </p:nvGrpSpPr>
      <p:grpSpPr>
        <a:xfrm>
          <a:off x="0" y="0"/>
          <a:ext cx="0" cy="0"/>
          <a:chOff x="0" y="0"/>
          <a:chExt cx="0" cy="0"/>
        </a:xfrm>
      </p:grpSpPr>
      <p:sp>
        <p:nvSpPr>
          <p:cNvPr id="196" name="Google Shape;196;p86"/>
          <p:cNvSpPr txBox="1"/>
          <p:nvPr>
            <p:ph type="title"/>
          </p:nvPr>
        </p:nvSpPr>
        <p:spPr>
          <a:xfrm>
            <a:off x="609600" y="28346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0"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86"/>
          <p:cNvSpPr txBox="1"/>
          <p:nvPr>
            <p:ph idx="1" type="body"/>
          </p:nvPr>
        </p:nvSpPr>
        <p:spPr>
          <a:xfrm>
            <a:off x="609600" y="1600200"/>
            <a:ext cx="10972800" cy="45213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Half Image Opt2">
  <p:cSld name="Text_Half Image Opt2">
    <p:spTree>
      <p:nvGrpSpPr>
        <p:cNvPr id="198" name="Shape 198"/>
        <p:cNvGrpSpPr/>
        <p:nvPr/>
      </p:nvGrpSpPr>
      <p:grpSpPr>
        <a:xfrm>
          <a:off x="0" y="0"/>
          <a:ext cx="0" cy="0"/>
          <a:chOff x="0" y="0"/>
          <a:chExt cx="0" cy="0"/>
        </a:xfrm>
      </p:grpSpPr>
      <p:sp>
        <p:nvSpPr>
          <p:cNvPr id="199" name="Google Shape;199;p87"/>
          <p:cNvSpPr txBox="1"/>
          <p:nvPr>
            <p:ph type="title"/>
          </p:nvPr>
        </p:nvSpPr>
        <p:spPr>
          <a:xfrm>
            <a:off x="6591300" y="304800"/>
            <a:ext cx="51663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1"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87"/>
          <p:cNvSpPr txBox="1"/>
          <p:nvPr>
            <p:ph idx="1" type="body"/>
          </p:nvPr>
        </p:nvSpPr>
        <p:spPr>
          <a:xfrm>
            <a:off x="6591300" y="1600200"/>
            <a:ext cx="5166300" cy="4381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1" name="Google Shape;201;p87"/>
          <p:cNvSpPr/>
          <p:nvPr>
            <p:ph idx="2" type="pic"/>
          </p:nvPr>
        </p:nvSpPr>
        <p:spPr>
          <a:xfrm>
            <a:off x="0" y="0"/>
            <a:ext cx="6096000" cy="6858000"/>
          </a:xfrm>
          <a:prstGeom prst="rect">
            <a:avLst/>
          </a:prstGeom>
          <a:noFill/>
          <a:ln>
            <a:noFill/>
          </a:ln>
        </p:spPr>
      </p:sp>
      <p:pic>
        <p:nvPicPr>
          <p:cNvPr id="202" name="Google Shape;202;p87"/>
          <p:cNvPicPr preferRelativeResize="0"/>
          <p:nvPr/>
        </p:nvPicPr>
        <p:blipFill rotWithShape="1">
          <a:blip r:embed="rId2">
            <a:alphaModFix/>
          </a:blip>
          <a:srcRect b="0" l="0" r="0" t="0"/>
          <a:stretch/>
        </p:blipFill>
        <p:spPr>
          <a:xfrm rot="-5400000">
            <a:off x="4993619" y="957270"/>
            <a:ext cx="1797850" cy="17287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Text">
  <p:cSld name="1_Standard Text">
    <p:spTree>
      <p:nvGrpSpPr>
        <p:cNvPr id="203" name="Shape 203"/>
        <p:cNvGrpSpPr/>
        <p:nvPr/>
      </p:nvGrpSpPr>
      <p:grpSpPr>
        <a:xfrm>
          <a:off x="0" y="0"/>
          <a:ext cx="0" cy="0"/>
          <a:chOff x="0" y="0"/>
          <a:chExt cx="0" cy="0"/>
        </a:xfrm>
      </p:grpSpPr>
      <p:sp>
        <p:nvSpPr>
          <p:cNvPr id="204" name="Google Shape;204;p88"/>
          <p:cNvSpPr txBox="1"/>
          <p:nvPr>
            <p:ph type="title"/>
          </p:nvPr>
        </p:nvSpPr>
        <p:spPr>
          <a:xfrm>
            <a:off x="609600" y="28346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0"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88"/>
          <p:cNvSpPr txBox="1"/>
          <p:nvPr>
            <p:ph idx="1" type="body"/>
          </p:nvPr>
        </p:nvSpPr>
        <p:spPr>
          <a:xfrm>
            <a:off x="609600" y="1600200"/>
            <a:ext cx="10972800" cy="45213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Full Image">
    <p:spTree>
      <p:nvGrpSpPr>
        <p:cNvPr id="206" name="Shape 206"/>
        <p:cNvGrpSpPr/>
        <p:nvPr/>
      </p:nvGrpSpPr>
      <p:grpSpPr>
        <a:xfrm>
          <a:off x="0" y="0"/>
          <a:ext cx="0" cy="0"/>
          <a:chOff x="0" y="0"/>
          <a:chExt cx="0" cy="0"/>
        </a:xfrm>
      </p:grpSpPr>
      <p:sp>
        <p:nvSpPr>
          <p:cNvPr id="207" name="Google Shape;207;p89"/>
          <p:cNvSpPr/>
          <p:nvPr>
            <p:ph idx="2" type="pic"/>
          </p:nvPr>
        </p:nvSpPr>
        <p:spPr>
          <a:xfrm>
            <a:off x="-2" y="0"/>
            <a:ext cx="12192000" cy="6858000"/>
          </a:xfrm>
          <a:prstGeom prst="rect">
            <a:avLst/>
          </a:prstGeom>
          <a:noFill/>
          <a:ln>
            <a:noFill/>
          </a:ln>
        </p:spPr>
      </p:sp>
      <p:sp>
        <p:nvSpPr>
          <p:cNvPr id="208" name="Google Shape;208;p89"/>
          <p:cNvSpPr/>
          <p:nvPr/>
        </p:nvSpPr>
        <p:spPr>
          <a:xfrm>
            <a:off x="2" y="4288420"/>
            <a:ext cx="12192000" cy="2569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9" name="Google Shape;209;p89"/>
          <p:cNvSpPr txBox="1"/>
          <p:nvPr>
            <p:ph type="title"/>
          </p:nvPr>
        </p:nvSpPr>
        <p:spPr>
          <a:xfrm>
            <a:off x="741681" y="4453291"/>
            <a:ext cx="3754800" cy="1731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Arial"/>
              <a:buNone/>
              <a:defRPr b="1" sz="3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89"/>
          <p:cNvSpPr txBox="1"/>
          <p:nvPr>
            <p:ph idx="1" type="body"/>
          </p:nvPr>
        </p:nvSpPr>
        <p:spPr>
          <a:xfrm>
            <a:off x="4867420" y="4453290"/>
            <a:ext cx="7031400" cy="2109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50000"/>
              </a:lnSpc>
              <a:spcBef>
                <a:spcPts val="1200"/>
              </a:spcBef>
              <a:spcAft>
                <a:spcPts val="0"/>
              </a:spcAft>
              <a:buSzPts val="2000"/>
              <a:buNone/>
              <a:defRPr>
                <a:solidFill>
                  <a:schemeClr val="lt1"/>
                </a:solidFill>
              </a:defRPr>
            </a:lvl2pPr>
            <a:lvl3pPr indent="-228600" lvl="2" marL="1371600" algn="l">
              <a:lnSpc>
                <a:spcPct val="150000"/>
              </a:lnSpc>
              <a:spcBef>
                <a:spcPts val="1200"/>
              </a:spcBef>
              <a:spcAft>
                <a:spcPts val="0"/>
              </a:spcAft>
              <a:buSzPts val="1800"/>
              <a:buNone/>
              <a:defRPr>
                <a:solidFill>
                  <a:schemeClr val="lt1"/>
                </a:solidFill>
              </a:defRPr>
            </a:lvl3pPr>
            <a:lvl4pPr indent="-228600" lvl="3" marL="1828800" algn="l">
              <a:lnSpc>
                <a:spcPct val="150000"/>
              </a:lnSpc>
              <a:spcBef>
                <a:spcPts val="1200"/>
              </a:spcBef>
              <a:spcAft>
                <a:spcPts val="0"/>
              </a:spcAft>
              <a:buSzPts val="1600"/>
              <a:buNone/>
              <a:defRPr>
                <a:solidFill>
                  <a:schemeClr val="lt1"/>
                </a:solidFill>
              </a:defRPr>
            </a:lvl4pPr>
            <a:lvl5pPr indent="-228600" lvl="4" marL="2286000" algn="l">
              <a:lnSpc>
                <a:spcPct val="15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211" name="Google Shape;211;p89"/>
          <p:cNvPicPr preferRelativeResize="0"/>
          <p:nvPr/>
        </p:nvPicPr>
        <p:blipFill rotWithShape="1">
          <a:blip r:embed="rId2">
            <a:alphaModFix/>
          </a:blip>
          <a:srcRect b="0" l="0" r="0" t="0"/>
          <a:stretch/>
        </p:blipFill>
        <p:spPr>
          <a:xfrm>
            <a:off x="10691149" y="5897410"/>
            <a:ext cx="1077470" cy="569977"/>
          </a:xfrm>
          <a:prstGeom prst="rect">
            <a:avLst/>
          </a:prstGeom>
          <a:noFill/>
          <a:ln>
            <a:noFill/>
          </a:ln>
        </p:spPr>
      </p:pic>
      <p:pic>
        <p:nvPicPr>
          <p:cNvPr id="212" name="Google Shape;212;p89"/>
          <p:cNvPicPr preferRelativeResize="0"/>
          <p:nvPr/>
        </p:nvPicPr>
        <p:blipFill rotWithShape="1">
          <a:blip r:embed="rId3">
            <a:alphaModFix/>
          </a:blip>
          <a:srcRect b="0" l="0" r="0" t="0"/>
          <a:stretch/>
        </p:blipFill>
        <p:spPr>
          <a:xfrm rot="-5400000">
            <a:off x="3820139" y="4912050"/>
            <a:ext cx="1797850" cy="17287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er Light Teal" showMasterSp="0">
  <p:cSld name="Breaker Light Teal">
    <p:spTree>
      <p:nvGrpSpPr>
        <p:cNvPr id="213" name="Shape 213"/>
        <p:cNvGrpSpPr/>
        <p:nvPr/>
      </p:nvGrpSpPr>
      <p:grpSpPr>
        <a:xfrm>
          <a:off x="0" y="0"/>
          <a:ext cx="0" cy="0"/>
          <a:chOff x="0" y="0"/>
          <a:chExt cx="0" cy="0"/>
        </a:xfrm>
      </p:grpSpPr>
      <p:sp>
        <p:nvSpPr>
          <p:cNvPr id="214" name="Google Shape;214;p90"/>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5" name="Google Shape;215;p90"/>
          <p:cNvSpPr txBox="1"/>
          <p:nvPr>
            <p:ph type="title"/>
          </p:nvPr>
        </p:nvSpPr>
        <p:spPr>
          <a:xfrm>
            <a:off x="1459547" y="3070040"/>
            <a:ext cx="4308900" cy="1668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600"/>
              <a:buFont typeface="Arial"/>
              <a:buNone/>
              <a:defRPr b="1" sz="6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90"/>
          <p:cNvSpPr txBox="1"/>
          <p:nvPr>
            <p:ph idx="1" type="body"/>
          </p:nvPr>
        </p:nvSpPr>
        <p:spPr>
          <a:xfrm>
            <a:off x="1496694" y="4802674"/>
            <a:ext cx="5742300" cy="8388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dk2"/>
              </a:buClr>
              <a:buSzPts val="2800"/>
              <a:buFont typeface="Arial"/>
              <a:buNone/>
              <a:defRPr b="0" sz="28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217" name="Google Shape;217;p90"/>
          <p:cNvPicPr preferRelativeResize="0"/>
          <p:nvPr/>
        </p:nvPicPr>
        <p:blipFill rotWithShape="1">
          <a:blip r:embed="rId2">
            <a:alphaModFix/>
          </a:blip>
          <a:srcRect b="0" l="0" r="0" t="0"/>
          <a:stretch/>
        </p:blipFill>
        <p:spPr>
          <a:xfrm>
            <a:off x="1658211" y="1216644"/>
            <a:ext cx="3508149" cy="521482"/>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er Dark Teal" showMasterSp="0">
  <p:cSld name="Breaker Dark Teal">
    <p:spTree>
      <p:nvGrpSpPr>
        <p:cNvPr id="218" name="Shape 218"/>
        <p:cNvGrpSpPr/>
        <p:nvPr/>
      </p:nvGrpSpPr>
      <p:grpSpPr>
        <a:xfrm>
          <a:off x="0" y="0"/>
          <a:ext cx="0" cy="0"/>
          <a:chOff x="0" y="0"/>
          <a:chExt cx="0" cy="0"/>
        </a:xfrm>
      </p:grpSpPr>
      <p:sp>
        <p:nvSpPr>
          <p:cNvPr id="219" name="Google Shape;219;p91"/>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0" name="Google Shape;220;p91"/>
          <p:cNvSpPr txBox="1"/>
          <p:nvPr>
            <p:ph type="title"/>
          </p:nvPr>
        </p:nvSpPr>
        <p:spPr>
          <a:xfrm>
            <a:off x="1422401" y="2818580"/>
            <a:ext cx="4544100" cy="16683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600"/>
              <a:buFont typeface="Arial"/>
              <a:buNone/>
              <a:defRPr b="1" sz="6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91"/>
          <p:cNvSpPr txBox="1"/>
          <p:nvPr>
            <p:ph idx="1" type="body"/>
          </p:nvPr>
        </p:nvSpPr>
        <p:spPr>
          <a:xfrm>
            <a:off x="1459546" y="4764574"/>
            <a:ext cx="6609900" cy="8388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dk2"/>
              </a:buClr>
              <a:buSzPts val="2000"/>
              <a:buFont typeface="Arial"/>
              <a:buNone/>
              <a:defRPr b="0" sz="20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222" name="Google Shape;222;p91"/>
          <p:cNvPicPr preferRelativeResize="0"/>
          <p:nvPr/>
        </p:nvPicPr>
        <p:blipFill rotWithShape="1">
          <a:blip r:embed="rId2">
            <a:alphaModFix/>
          </a:blip>
          <a:srcRect b="0" l="0" r="0" t="0"/>
          <a:stretch/>
        </p:blipFill>
        <p:spPr>
          <a:xfrm>
            <a:off x="10691149" y="5897410"/>
            <a:ext cx="1077470" cy="569977"/>
          </a:xfrm>
          <a:prstGeom prst="rect">
            <a:avLst/>
          </a:prstGeom>
          <a:noFill/>
          <a:ln>
            <a:noFill/>
          </a:ln>
        </p:spPr>
      </p:pic>
      <p:pic>
        <p:nvPicPr>
          <p:cNvPr id="223" name="Google Shape;223;p91"/>
          <p:cNvPicPr preferRelativeResize="0"/>
          <p:nvPr/>
        </p:nvPicPr>
        <p:blipFill rotWithShape="1">
          <a:blip r:embed="rId3">
            <a:alphaModFix/>
          </a:blip>
          <a:srcRect b="0" l="0" r="0" t="0"/>
          <a:stretch/>
        </p:blipFill>
        <p:spPr>
          <a:xfrm rot="-5400000">
            <a:off x="9326349" y="1644014"/>
            <a:ext cx="3046535" cy="132016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er with image" showMasterSp="0">
  <p:cSld name="Breaker with image">
    <p:spTree>
      <p:nvGrpSpPr>
        <p:cNvPr id="224" name="Shape 224"/>
        <p:cNvGrpSpPr/>
        <p:nvPr/>
      </p:nvGrpSpPr>
      <p:grpSpPr>
        <a:xfrm>
          <a:off x="0" y="0"/>
          <a:ext cx="0" cy="0"/>
          <a:chOff x="0" y="0"/>
          <a:chExt cx="0" cy="0"/>
        </a:xfrm>
      </p:grpSpPr>
      <p:sp>
        <p:nvSpPr>
          <p:cNvPr id="225" name="Google Shape;225;p92"/>
          <p:cNvSpPr/>
          <p:nvPr>
            <p:ph idx="2" type="pic"/>
          </p:nvPr>
        </p:nvSpPr>
        <p:spPr>
          <a:xfrm>
            <a:off x="0" y="0"/>
            <a:ext cx="12192000" cy="6858000"/>
          </a:xfrm>
          <a:prstGeom prst="rect">
            <a:avLst/>
          </a:prstGeom>
          <a:noFill/>
          <a:ln>
            <a:noFill/>
          </a:ln>
        </p:spPr>
      </p:sp>
      <p:sp>
        <p:nvSpPr>
          <p:cNvPr id="226" name="Google Shape;226;p92"/>
          <p:cNvSpPr/>
          <p:nvPr/>
        </p:nvSpPr>
        <p:spPr>
          <a:xfrm>
            <a:off x="453387" y="451413"/>
            <a:ext cx="11285100" cy="5955300"/>
          </a:xfrm>
          <a:prstGeom prst="rect">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27" name="Google Shape;227;p92"/>
          <p:cNvPicPr preferRelativeResize="0"/>
          <p:nvPr/>
        </p:nvPicPr>
        <p:blipFill rotWithShape="1">
          <a:blip r:embed="rId2">
            <a:alphaModFix/>
          </a:blip>
          <a:srcRect b="0" l="0" r="0" t="0"/>
          <a:stretch/>
        </p:blipFill>
        <p:spPr>
          <a:xfrm>
            <a:off x="8291331" y="447406"/>
            <a:ext cx="3445398" cy="5963188"/>
          </a:xfrm>
          <a:prstGeom prst="rect">
            <a:avLst/>
          </a:prstGeom>
          <a:noFill/>
          <a:ln>
            <a:noFill/>
          </a:ln>
        </p:spPr>
      </p:pic>
      <p:sp>
        <p:nvSpPr>
          <p:cNvPr id="228" name="Google Shape;228;p92"/>
          <p:cNvSpPr txBox="1"/>
          <p:nvPr>
            <p:ph idx="1" type="body"/>
          </p:nvPr>
        </p:nvSpPr>
        <p:spPr>
          <a:xfrm>
            <a:off x="8663041" y="1875473"/>
            <a:ext cx="2584200" cy="3387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i="1">
                <a:solidFill>
                  <a:schemeClr val="lt1"/>
                </a:solidFil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9" name="Google Shape;229;p92"/>
          <p:cNvSpPr txBox="1"/>
          <p:nvPr>
            <p:ph idx="3" type="body"/>
          </p:nvPr>
        </p:nvSpPr>
        <p:spPr>
          <a:xfrm>
            <a:off x="8663041" y="5433061"/>
            <a:ext cx="2584200" cy="6477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1200"/>
              </a:spcBef>
              <a:spcAft>
                <a:spcPts val="0"/>
              </a:spcAft>
              <a:buSzPts val="2000"/>
              <a:buNone/>
              <a:defRPr sz="2000">
                <a:solidFill>
                  <a:schemeClr val="accent4"/>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230" name="Google Shape;230;p92"/>
          <p:cNvPicPr preferRelativeResize="0"/>
          <p:nvPr/>
        </p:nvPicPr>
        <p:blipFill rotWithShape="1">
          <a:blip r:embed="rId3">
            <a:alphaModFix/>
          </a:blip>
          <a:srcRect b="0" l="0" r="0" t="0"/>
          <a:stretch/>
        </p:blipFill>
        <p:spPr>
          <a:xfrm>
            <a:off x="453387" y="5897410"/>
            <a:ext cx="1077470" cy="569977"/>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reaker with image" showMasterSp="0">
  <p:cSld name="1_Breaker with image">
    <p:spTree>
      <p:nvGrpSpPr>
        <p:cNvPr id="231" name="Shape 231"/>
        <p:cNvGrpSpPr/>
        <p:nvPr/>
      </p:nvGrpSpPr>
      <p:grpSpPr>
        <a:xfrm>
          <a:off x="0" y="0"/>
          <a:ext cx="0" cy="0"/>
          <a:chOff x="0" y="0"/>
          <a:chExt cx="0" cy="0"/>
        </a:xfrm>
      </p:grpSpPr>
      <p:sp>
        <p:nvSpPr>
          <p:cNvPr id="232" name="Google Shape;232;p93"/>
          <p:cNvSpPr/>
          <p:nvPr>
            <p:ph idx="2" type="pic"/>
          </p:nvPr>
        </p:nvSpPr>
        <p:spPr>
          <a:xfrm>
            <a:off x="0" y="0"/>
            <a:ext cx="12192000" cy="6858000"/>
          </a:xfrm>
          <a:prstGeom prst="rect">
            <a:avLst/>
          </a:prstGeom>
          <a:noFill/>
          <a:ln>
            <a:noFill/>
          </a:ln>
        </p:spPr>
      </p:sp>
      <p:sp>
        <p:nvSpPr>
          <p:cNvPr id="233" name="Google Shape;233;p93"/>
          <p:cNvSpPr/>
          <p:nvPr/>
        </p:nvSpPr>
        <p:spPr>
          <a:xfrm>
            <a:off x="453387" y="451413"/>
            <a:ext cx="11285100" cy="5955300"/>
          </a:xfrm>
          <a:prstGeom prst="rect">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Text_w Subtitle">
  <p:cSld name="Standard Text_w Subtitle">
    <p:spTree>
      <p:nvGrpSpPr>
        <p:cNvPr id="234" name="Shape 234"/>
        <p:cNvGrpSpPr/>
        <p:nvPr/>
      </p:nvGrpSpPr>
      <p:grpSpPr>
        <a:xfrm>
          <a:off x="0" y="0"/>
          <a:ext cx="0" cy="0"/>
          <a:chOff x="0" y="0"/>
          <a:chExt cx="0" cy="0"/>
        </a:xfrm>
      </p:grpSpPr>
      <p:sp>
        <p:nvSpPr>
          <p:cNvPr id="235" name="Google Shape;235;p94"/>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p94"/>
          <p:cNvSpPr txBox="1"/>
          <p:nvPr>
            <p:ph idx="1" type="body"/>
          </p:nvPr>
        </p:nvSpPr>
        <p:spPr>
          <a:xfrm>
            <a:off x="609600" y="1949590"/>
            <a:ext cx="10972800" cy="412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37" name="Google Shape;237;p94"/>
          <p:cNvSpPr txBox="1"/>
          <p:nvPr>
            <p:ph idx="2" type="body"/>
          </p:nvPr>
        </p:nvSpPr>
        <p:spPr>
          <a:xfrm>
            <a:off x="609600" y="1386968"/>
            <a:ext cx="10972800" cy="546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2400"/>
              <a:buNone/>
              <a:defRPr b="1" sz="2400">
                <a:solidFill>
                  <a:schemeClr val="dk1"/>
                </a:solidFil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238" name="Shape 238"/>
        <p:cNvGrpSpPr/>
        <p:nvPr/>
      </p:nvGrpSpPr>
      <p:grpSpPr>
        <a:xfrm>
          <a:off x="0" y="0"/>
          <a:ext cx="0" cy="0"/>
          <a:chOff x="0" y="0"/>
          <a:chExt cx="0" cy="0"/>
        </a:xfrm>
      </p:grpSpPr>
      <p:sp>
        <p:nvSpPr>
          <p:cNvPr id="239" name="Google Shape;239;p95"/>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95"/>
          <p:cNvSpPr txBox="1"/>
          <p:nvPr>
            <p:ph idx="1" type="body"/>
          </p:nvPr>
        </p:nvSpPr>
        <p:spPr>
          <a:xfrm>
            <a:off x="609600" y="1386968"/>
            <a:ext cx="10972800" cy="546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2400"/>
              <a:buNone/>
              <a:defRPr b="1" sz="24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Half Image">
  <p:cSld name="Text_Half Image">
    <p:spTree>
      <p:nvGrpSpPr>
        <p:cNvPr id="241" name="Shape 241"/>
        <p:cNvGrpSpPr/>
        <p:nvPr/>
      </p:nvGrpSpPr>
      <p:grpSpPr>
        <a:xfrm>
          <a:off x="0" y="0"/>
          <a:ext cx="0" cy="0"/>
          <a:chOff x="0" y="0"/>
          <a:chExt cx="0" cy="0"/>
        </a:xfrm>
      </p:grpSpPr>
      <p:sp>
        <p:nvSpPr>
          <p:cNvPr id="242" name="Google Shape;242;p96"/>
          <p:cNvSpPr txBox="1"/>
          <p:nvPr>
            <p:ph type="title"/>
          </p:nvPr>
        </p:nvSpPr>
        <p:spPr>
          <a:xfrm>
            <a:off x="609600" y="283464"/>
            <a:ext cx="49986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1"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p96"/>
          <p:cNvSpPr txBox="1"/>
          <p:nvPr>
            <p:ph idx="1" type="body"/>
          </p:nvPr>
        </p:nvSpPr>
        <p:spPr>
          <a:xfrm>
            <a:off x="609600" y="1600200"/>
            <a:ext cx="4998600" cy="4381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4" name="Google Shape;244;p96"/>
          <p:cNvSpPr/>
          <p:nvPr>
            <p:ph idx="2" type="pic"/>
          </p:nvPr>
        </p:nvSpPr>
        <p:spPr>
          <a:xfrm>
            <a:off x="6096000" y="0"/>
            <a:ext cx="6096000" cy="6858000"/>
          </a:xfrm>
          <a:prstGeom prst="rect">
            <a:avLst/>
          </a:prstGeom>
          <a:noFill/>
          <a:ln>
            <a:noFill/>
          </a:ln>
        </p:spPr>
      </p:sp>
      <p:pic>
        <p:nvPicPr>
          <p:cNvPr id="245" name="Google Shape;245;p96"/>
          <p:cNvPicPr preferRelativeResize="0"/>
          <p:nvPr/>
        </p:nvPicPr>
        <p:blipFill rotWithShape="1">
          <a:blip r:embed="rId2">
            <a:alphaModFix/>
          </a:blip>
          <a:srcRect b="0" l="0" r="0" t="0"/>
          <a:stretch/>
        </p:blipFill>
        <p:spPr>
          <a:xfrm rot="5400000">
            <a:off x="4944427" y="5033963"/>
            <a:ext cx="2927985" cy="44196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harts">
  <p:cSld name="Two Charts">
    <p:spTree>
      <p:nvGrpSpPr>
        <p:cNvPr id="246" name="Shape 246"/>
        <p:cNvGrpSpPr/>
        <p:nvPr/>
      </p:nvGrpSpPr>
      <p:grpSpPr>
        <a:xfrm>
          <a:off x="0" y="0"/>
          <a:ext cx="0" cy="0"/>
          <a:chOff x="0" y="0"/>
          <a:chExt cx="0" cy="0"/>
        </a:xfrm>
      </p:grpSpPr>
      <p:sp>
        <p:nvSpPr>
          <p:cNvPr id="247" name="Google Shape;247;p97"/>
          <p:cNvSpPr/>
          <p:nvPr/>
        </p:nvSpPr>
        <p:spPr>
          <a:xfrm>
            <a:off x="6212840" y="1869440"/>
            <a:ext cx="5979300" cy="3059700"/>
          </a:xfrm>
          <a:prstGeom prst="rect">
            <a:avLst/>
          </a:prstGeom>
          <a:solidFill>
            <a:srgbClr val="ECEC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8" name="Google Shape;248;p97"/>
          <p:cNvSpPr/>
          <p:nvPr/>
        </p:nvSpPr>
        <p:spPr>
          <a:xfrm>
            <a:off x="0" y="1869440"/>
            <a:ext cx="5979300" cy="3059700"/>
          </a:xfrm>
          <a:prstGeom prst="rect">
            <a:avLst/>
          </a:prstGeom>
          <a:solidFill>
            <a:srgbClr val="ECEC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9" name="Google Shape;249;p97"/>
          <p:cNvSpPr txBox="1"/>
          <p:nvPr>
            <p:ph type="title"/>
          </p:nvPr>
        </p:nvSpPr>
        <p:spPr>
          <a:xfrm>
            <a:off x="609600" y="283464"/>
            <a:ext cx="7924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97"/>
          <p:cNvSpPr txBox="1"/>
          <p:nvPr>
            <p:ph idx="1" type="body"/>
          </p:nvPr>
        </p:nvSpPr>
        <p:spPr>
          <a:xfrm>
            <a:off x="609600" y="5259347"/>
            <a:ext cx="5678400" cy="750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400"/>
              <a:buNone/>
              <a:defRPr b="1" sz="2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2000"/>
              <a:buNone/>
              <a:defRPr>
                <a:solidFill>
                  <a:schemeClr val="accent1"/>
                </a:solidFill>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1" name="Google Shape;251;p97"/>
          <p:cNvSpPr txBox="1"/>
          <p:nvPr>
            <p:ph idx="2" type="body"/>
          </p:nvPr>
        </p:nvSpPr>
        <p:spPr>
          <a:xfrm>
            <a:off x="6212840" y="1921407"/>
            <a:ext cx="5979300" cy="4257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320"/>
              </a:spcBef>
              <a:spcAft>
                <a:spcPts val="0"/>
              </a:spcAft>
              <a:buClr>
                <a:schemeClr val="dk2"/>
              </a:buClr>
              <a:buSzPts val="1600"/>
              <a:buNone/>
              <a:defRPr b="1" sz="16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2" name="Google Shape;252;p97"/>
          <p:cNvSpPr txBox="1"/>
          <p:nvPr>
            <p:ph idx="3" type="body"/>
          </p:nvPr>
        </p:nvSpPr>
        <p:spPr>
          <a:xfrm>
            <a:off x="-5080" y="1921407"/>
            <a:ext cx="5979300" cy="4257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320"/>
              </a:spcBef>
              <a:spcAft>
                <a:spcPts val="0"/>
              </a:spcAft>
              <a:buClr>
                <a:schemeClr val="dk2"/>
              </a:buClr>
              <a:buSzPts val="1600"/>
              <a:buNone/>
              <a:defRPr b="1" sz="16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3" name="Google Shape;253;p97"/>
          <p:cNvSpPr/>
          <p:nvPr>
            <p:ph idx="4" type="chart"/>
          </p:nvPr>
        </p:nvSpPr>
        <p:spPr>
          <a:xfrm>
            <a:off x="1" y="2346961"/>
            <a:ext cx="5984100" cy="2570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lvl="1"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lvl="2"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lvl="3"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lvl="4"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54" name="Google Shape;254;p97"/>
          <p:cNvSpPr/>
          <p:nvPr>
            <p:ph idx="5" type="chart"/>
          </p:nvPr>
        </p:nvSpPr>
        <p:spPr>
          <a:xfrm>
            <a:off x="6212840" y="2346961"/>
            <a:ext cx="5979300" cy="2570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lvl="1"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lvl="2"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lvl="3"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lvl="4"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255" name="Google Shape;255;p97"/>
          <p:cNvCxnSpPr/>
          <p:nvPr/>
        </p:nvCxnSpPr>
        <p:spPr>
          <a:xfrm>
            <a:off x="6212840" y="1869440"/>
            <a:ext cx="5979300" cy="0"/>
          </a:xfrm>
          <a:prstGeom prst="straightConnector1">
            <a:avLst/>
          </a:prstGeom>
          <a:noFill/>
          <a:ln cap="flat" cmpd="sng" w="57150">
            <a:solidFill>
              <a:schemeClr val="lt2"/>
            </a:solidFill>
            <a:prstDash val="solid"/>
            <a:round/>
            <a:headEnd len="sm" w="sm" type="none"/>
            <a:tailEnd len="sm" w="sm" type="none"/>
          </a:ln>
        </p:spPr>
      </p:cxnSp>
      <p:cxnSp>
        <p:nvCxnSpPr>
          <p:cNvPr id="256" name="Google Shape;256;p97"/>
          <p:cNvCxnSpPr/>
          <p:nvPr/>
        </p:nvCxnSpPr>
        <p:spPr>
          <a:xfrm>
            <a:off x="5081" y="1869440"/>
            <a:ext cx="5979300" cy="0"/>
          </a:xfrm>
          <a:prstGeom prst="straightConnector1">
            <a:avLst/>
          </a:prstGeom>
          <a:noFill/>
          <a:ln cap="flat" cmpd="sng" w="57150">
            <a:solidFill>
              <a:schemeClr val="lt2"/>
            </a:solidFill>
            <a:prstDash val="solid"/>
            <a:round/>
            <a:headEnd len="sm" w="sm" type="none"/>
            <a:tailEnd len="sm" w="sm"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Chart">
  <p:cSld name="Text and Chart">
    <p:spTree>
      <p:nvGrpSpPr>
        <p:cNvPr id="257" name="Shape 257"/>
        <p:cNvGrpSpPr/>
        <p:nvPr/>
      </p:nvGrpSpPr>
      <p:grpSpPr>
        <a:xfrm>
          <a:off x="0" y="0"/>
          <a:ext cx="0" cy="0"/>
          <a:chOff x="0" y="0"/>
          <a:chExt cx="0" cy="0"/>
        </a:xfrm>
      </p:grpSpPr>
      <p:sp>
        <p:nvSpPr>
          <p:cNvPr id="258" name="Google Shape;258;p98"/>
          <p:cNvSpPr/>
          <p:nvPr/>
        </p:nvSpPr>
        <p:spPr>
          <a:xfrm>
            <a:off x="6212840" y="1869440"/>
            <a:ext cx="5979300" cy="3059700"/>
          </a:xfrm>
          <a:prstGeom prst="rect">
            <a:avLst/>
          </a:prstGeom>
          <a:solidFill>
            <a:srgbClr val="ECEC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9" name="Google Shape;259;p98"/>
          <p:cNvSpPr txBox="1"/>
          <p:nvPr>
            <p:ph type="title"/>
          </p:nvPr>
        </p:nvSpPr>
        <p:spPr>
          <a:xfrm>
            <a:off x="609600" y="283464"/>
            <a:ext cx="7924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p98"/>
          <p:cNvSpPr txBox="1"/>
          <p:nvPr>
            <p:ph idx="1" type="body"/>
          </p:nvPr>
        </p:nvSpPr>
        <p:spPr>
          <a:xfrm>
            <a:off x="609600" y="5259347"/>
            <a:ext cx="5678400" cy="750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400"/>
              <a:buNone/>
              <a:defRPr b="1" sz="2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2000"/>
              <a:buNone/>
              <a:defRPr>
                <a:solidFill>
                  <a:schemeClr val="accent1"/>
                </a:solidFill>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1" name="Google Shape;261;p98"/>
          <p:cNvSpPr txBox="1"/>
          <p:nvPr>
            <p:ph idx="2" type="body"/>
          </p:nvPr>
        </p:nvSpPr>
        <p:spPr>
          <a:xfrm>
            <a:off x="6212840" y="1921407"/>
            <a:ext cx="5979300" cy="4257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320"/>
              </a:spcBef>
              <a:spcAft>
                <a:spcPts val="0"/>
              </a:spcAft>
              <a:buClr>
                <a:schemeClr val="dk2"/>
              </a:buClr>
              <a:buSzPts val="1600"/>
              <a:buNone/>
              <a:defRPr b="1" sz="16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2" name="Google Shape;262;p98"/>
          <p:cNvSpPr/>
          <p:nvPr>
            <p:ph idx="3" type="chart"/>
          </p:nvPr>
        </p:nvSpPr>
        <p:spPr>
          <a:xfrm>
            <a:off x="6212840" y="2346961"/>
            <a:ext cx="5979300" cy="2570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lvl="1"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lvl="2"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lvl="3"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lvl="4"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63" name="Google Shape;263;p98"/>
          <p:cNvSpPr txBox="1"/>
          <p:nvPr>
            <p:ph idx="4" type="body"/>
          </p:nvPr>
        </p:nvSpPr>
        <p:spPr>
          <a:xfrm>
            <a:off x="609600" y="1869440"/>
            <a:ext cx="5486400" cy="30597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264" name="Google Shape;264;p98"/>
          <p:cNvCxnSpPr/>
          <p:nvPr/>
        </p:nvCxnSpPr>
        <p:spPr>
          <a:xfrm>
            <a:off x="6212840" y="1869440"/>
            <a:ext cx="5979300" cy="0"/>
          </a:xfrm>
          <a:prstGeom prst="straightConnector1">
            <a:avLst/>
          </a:prstGeom>
          <a:noFill/>
          <a:ln cap="flat" cmpd="sng" w="57150">
            <a:solidFill>
              <a:schemeClr val="lt2"/>
            </a:solidFill>
            <a:prstDash val="solid"/>
            <a:round/>
            <a:headEnd len="sm" w="sm" type="none"/>
            <a:tailEnd len="sm" w="sm"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2 column">
  <p:cSld name="Subtitle 2 column">
    <p:spTree>
      <p:nvGrpSpPr>
        <p:cNvPr id="265" name="Shape 265"/>
        <p:cNvGrpSpPr/>
        <p:nvPr/>
      </p:nvGrpSpPr>
      <p:grpSpPr>
        <a:xfrm>
          <a:off x="0" y="0"/>
          <a:ext cx="0" cy="0"/>
          <a:chOff x="0" y="0"/>
          <a:chExt cx="0" cy="0"/>
        </a:xfrm>
      </p:grpSpPr>
      <p:sp>
        <p:nvSpPr>
          <p:cNvPr id="266" name="Google Shape;266;p99"/>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7" name="Google Shape;267;p99"/>
          <p:cNvSpPr txBox="1"/>
          <p:nvPr>
            <p:ph idx="1" type="body"/>
          </p:nvPr>
        </p:nvSpPr>
        <p:spPr>
          <a:xfrm>
            <a:off x="609600" y="1949590"/>
            <a:ext cx="5384700" cy="412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68" name="Google Shape;268;p99"/>
          <p:cNvSpPr txBox="1"/>
          <p:nvPr>
            <p:ph idx="2" type="body"/>
          </p:nvPr>
        </p:nvSpPr>
        <p:spPr>
          <a:xfrm>
            <a:off x="6197600" y="1949590"/>
            <a:ext cx="5384700" cy="412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69" name="Google Shape;269;p99"/>
          <p:cNvSpPr txBox="1"/>
          <p:nvPr>
            <p:ph idx="3" type="body"/>
          </p:nvPr>
        </p:nvSpPr>
        <p:spPr>
          <a:xfrm>
            <a:off x="609600" y="1386968"/>
            <a:ext cx="10972800" cy="546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2400"/>
              <a:buNone/>
              <a:defRPr b="1" sz="24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ubtitle 2 column">
  <p:cSld name="1_Subtitle 2 column">
    <p:spTree>
      <p:nvGrpSpPr>
        <p:cNvPr id="270" name="Shape 270"/>
        <p:cNvGrpSpPr/>
        <p:nvPr/>
      </p:nvGrpSpPr>
      <p:grpSpPr>
        <a:xfrm>
          <a:off x="0" y="0"/>
          <a:ext cx="0" cy="0"/>
          <a:chOff x="0" y="0"/>
          <a:chExt cx="0" cy="0"/>
        </a:xfrm>
      </p:grpSpPr>
      <p:sp>
        <p:nvSpPr>
          <p:cNvPr id="271" name="Google Shape;271;p100"/>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 name="Google Shape;272;p100"/>
          <p:cNvSpPr txBox="1"/>
          <p:nvPr>
            <p:ph idx="1" type="body"/>
          </p:nvPr>
        </p:nvSpPr>
        <p:spPr>
          <a:xfrm>
            <a:off x="609600" y="2849739"/>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73" name="Google Shape;273;p100"/>
          <p:cNvSpPr txBox="1"/>
          <p:nvPr>
            <p:ph idx="2" type="body"/>
          </p:nvPr>
        </p:nvSpPr>
        <p:spPr>
          <a:xfrm>
            <a:off x="4385469" y="2849880"/>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74" name="Google Shape;274;p100"/>
          <p:cNvSpPr txBox="1"/>
          <p:nvPr>
            <p:ph idx="3" type="body"/>
          </p:nvPr>
        </p:nvSpPr>
        <p:spPr>
          <a:xfrm>
            <a:off x="609600" y="2199535"/>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sz="2400">
                <a:solidFill>
                  <a:schemeClr val="lt2"/>
                </a:solidFill>
                <a:latin typeface="Arial"/>
                <a:ea typeface="Arial"/>
                <a:cs typeface="Arial"/>
                <a:sym typeface="Arial"/>
              </a:defRPr>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75" name="Google Shape;275;p100"/>
          <p:cNvSpPr txBox="1"/>
          <p:nvPr>
            <p:ph idx="4" type="body"/>
          </p:nvPr>
        </p:nvSpPr>
        <p:spPr>
          <a:xfrm>
            <a:off x="4385469" y="2199676"/>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sz="2400">
                <a:solidFill>
                  <a:schemeClr val="lt2"/>
                </a:solidFill>
                <a:latin typeface="Arial"/>
                <a:ea typeface="Arial"/>
                <a:cs typeface="Arial"/>
                <a:sym typeface="Arial"/>
              </a:defRPr>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76" name="Google Shape;276;p100"/>
          <p:cNvSpPr txBox="1"/>
          <p:nvPr>
            <p:ph idx="5" type="body"/>
          </p:nvPr>
        </p:nvSpPr>
        <p:spPr>
          <a:xfrm>
            <a:off x="8161338" y="2199555"/>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2"/>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grpSp>
        <p:nvGrpSpPr>
          <p:cNvPr id="277" name="Google Shape;277;p100"/>
          <p:cNvGrpSpPr/>
          <p:nvPr/>
        </p:nvGrpSpPr>
        <p:grpSpPr>
          <a:xfrm>
            <a:off x="4168140" y="1882070"/>
            <a:ext cx="3802380" cy="3891256"/>
            <a:chOff x="4168140" y="1666276"/>
            <a:chExt cx="3802380" cy="4107300"/>
          </a:xfrm>
        </p:grpSpPr>
        <p:cxnSp>
          <p:nvCxnSpPr>
            <p:cNvPr id="278" name="Google Shape;278;p100"/>
            <p:cNvCxnSpPr/>
            <p:nvPr/>
          </p:nvCxnSpPr>
          <p:spPr>
            <a:xfrm>
              <a:off x="4168140" y="1666276"/>
              <a:ext cx="0" cy="4107300"/>
            </a:xfrm>
            <a:prstGeom prst="straightConnector1">
              <a:avLst/>
            </a:prstGeom>
            <a:noFill/>
            <a:ln cap="flat" cmpd="sng" w="25400">
              <a:solidFill>
                <a:schemeClr val="accent3"/>
              </a:solidFill>
              <a:prstDash val="solid"/>
              <a:round/>
              <a:headEnd len="sm" w="sm" type="none"/>
              <a:tailEnd len="sm" w="sm" type="none"/>
            </a:ln>
          </p:spPr>
        </p:cxnSp>
        <p:cxnSp>
          <p:nvCxnSpPr>
            <p:cNvPr id="279" name="Google Shape;279;p100"/>
            <p:cNvCxnSpPr/>
            <p:nvPr/>
          </p:nvCxnSpPr>
          <p:spPr>
            <a:xfrm>
              <a:off x="7970520" y="1666276"/>
              <a:ext cx="0" cy="4107300"/>
            </a:xfrm>
            <a:prstGeom prst="straightConnector1">
              <a:avLst/>
            </a:prstGeom>
            <a:noFill/>
            <a:ln cap="flat" cmpd="sng" w="25400">
              <a:solidFill>
                <a:schemeClr val="accent3"/>
              </a:solidFill>
              <a:prstDash val="solid"/>
              <a:round/>
              <a:headEnd len="sm" w="sm" type="none"/>
              <a:tailEnd len="sm" w="sm" type="none"/>
            </a:ln>
          </p:spPr>
        </p:cxnSp>
      </p:grpSp>
      <p:sp>
        <p:nvSpPr>
          <p:cNvPr id="280" name="Google Shape;280;p100"/>
          <p:cNvSpPr txBox="1"/>
          <p:nvPr>
            <p:ph idx="6" type="body"/>
          </p:nvPr>
        </p:nvSpPr>
        <p:spPr>
          <a:xfrm>
            <a:off x="8153718" y="2849880"/>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2 column opt" type="twoTxTwoObj">
  <p:cSld name="TWO_OBJECTS_WITH_TEXT">
    <p:spTree>
      <p:nvGrpSpPr>
        <p:cNvPr id="281" name="Shape 281"/>
        <p:cNvGrpSpPr/>
        <p:nvPr/>
      </p:nvGrpSpPr>
      <p:grpSpPr>
        <a:xfrm>
          <a:off x="0" y="0"/>
          <a:ext cx="0" cy="0"/>
          <a:chOff x="0" y="0"/>
          <a:chExt cx="0" cy="0"/>
        </a:xfrm>
      </p:grpSpPr>
      <p:sp>
        <p:nvSpPr>
          <p:cNvPr id="282" name="Google Shape;282;p101"/>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3" name="Google Shape;283;p101"/>
          <p:cNvSpPr txBox="1"/>
          <p:nvPr>
            <p:ph idx="1" type="body"/>
          </p:nvPr>
        </p:nvSpPr>
        <p:spPr>
          <a:xfrm>
            <a:off x="609599" y="1670328"/>
            <a:ext cx="5386800" cy="369300"/>
          </a:xfrm>
          <a:prstGeom prst="rect">
            <a:avLst/>
          </a:prstGeom>
          <a:solidFill>
            <a:schemeClr val="dk2"/>
          </a:solidFill>
          <a:ln>
            <a:noFill/>
          </a:ln>
        </p:spPr>
        <p:txBody>
          <a:bodyPr anchorCtr="0" anchor="ctr" bIns="45700" lIns="91425" spcFirstLastPara="1" rIns="91425" wrap="square" tIns="45700">
            <a:spAutoFit/>
          </a:bodyPr>
          <a:lstStyle>
            <a:lvl1pPr indent="-228600" lvl="0" marL="457200" algn="l">
              <a:lnSpc>
                <a:spcPct val="100000"/>
              </a:lnSpc>
              <a:spcBef>
                <a:spcPts val="1200"/>
              </a:spcBef>
              <a:spcAft>
                <a:spcPts val="0"/>
              </a:spcAft>
              <a:buSzPts val="1800"/>
              <a:buNone/>
              <a:defRPr b="1" sz="1800" cap="none">
                <a:solidFill>
                  <a:schemeClr val="lt1"/>
                </a:solidFill>
                <a:latin typeface="Arial"/>
                <a:ea typeface="Arial"/>
                <a:cs typeface="Arial"/>
                <a:sym typeface="Arial"/>
              </a:defRPr>
            </a:lvl1pPr>
            <a:lvl2pPr indent="-228600" lvl="1" marL="914400" algn="l">
              <a:lnSpc>
                <a:spcPct val="100000"/>
              </a:lnSpc>
              <a:spcBef>
                <a:spcPts val="1200"/>
              </a:spcBef>
              <a:spcAft>
                <a:spcPts val="0"/>
              </a:spcAft>
              <a:buSzPts val="2000"/>
              <a:buNone/>
              <a:defRPr b="1" sz="2000"/>
            </a:lvl2pPr>
            <a:lvl3pPr indent="-228600" lvl="2" marL="1371600" algn="l">
              <a:lnSpc>
                <a:spcPct val="100000"/>
              </a:lnSpc>
              <a:spcBef>
                <a:spcPts val="1200"/>
              </a:spcBef>
              <a:spcAft>
                <a:spcPts val="0"/>
              </a:spcAft>
              <a:buSzPts val="1800"/>
              <a:buNone/>
              <a:defRPr b="1" sz="1800"/>
            </a:lvl3pPr>
            <a:lvl4pPr indent="-228600" lvl="3" marL="1828800" algn="l">
              <a:lnSpc>
                <a:spcPct val="100000"/>
              </a:lnSpc>
              <a:spcBef>
                <a:spcPts val="1200"/>
              </a:spcBef>
              <a:spcAft>
                <a:spcPts val="0"/>
              </a:spcAft>
              <a:buSzPts val="1600"/>
              <a:buNone/>
              <a:defRPr b="1" sz="1600"/>
            </a:lvl4pPr>
            <a:lvl5pPr indent="-228600" lvl="4" marL="2286000" algn="l">
              <a:lnSpc>
                <a:spcPct val="100000"/>
              </a:lnSpc>
              <a:spcBef>
                <a:spcPts val="120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84" name="Google Shape;284;p101"/>
          <p:cNvSpPr txBox="1"/>
          <p:nvPr>
            <p:ph idx="2" type="body"/>
          </p:nvPr>
        </p:nvSpPr>
        <p:spPr>
          <a:xfrm>
            <a:off x="609600" y="2174875"/>
            <a:ext cx="5386800" cy="376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85" name="Google Shape;285;p101"/>
          <p:cNvSpPr txBox="1"/>
          <p:nvPr>
            <p:ph idx="3" type="body"/>
          </p:nvPr>
        </p:nvSpPr>
        <p:spPr>
          <a:xfrm>
            <a:off x="6193368" y="1670328"/>
            <a:ext cx="5388900" cy="369300"/>
          </a:xfrm>
          <a:prstGeom prst="rect">
            <a:avLst/>
          </a:prstGeom>
          <a:solidFill>
            <a:schemeClr val="dk2"/>
          </a:solidFill>
          <a:ln>
            <a:noFill/>
          </a:ln>
        </p:spPr>
        <p:txBody>
          <a:bodyPr anchorCtr="0" anchor="ctr" bIns="45700" lIns="91425" spcFirstLastPara="1" rIns="91425" wrap="square" tIns="45700">
            <a:spAutoFit/>
          </a:bodyPr>
          <a:lstStyle>
            <a:lvl1pPr indent="-228600" lvl="0" marL="457200" algn="l">
              <a:lnSpc>
                <a:spcPct val="100000"/>
              </a:lnSpc>
              <a:spcBef>
                <a:spcPts val="1200"/>
              </a:spcBef>
              <a:spcAft>
                <a:spcPts val="0"/>
              </a:spcAft>
              <a:buSzPts val="1800"/>
              <a:buNone/>
              <a:defRPr b="1" sz="1800" cap="none">
                <a:solidFill>
                  <a:schemeClr val="lt1"/>
                </a:solidFill>
                <a:latin typeface="Arial"/>
                <a:ea typeface="Arial"/>
                <a:cs typeface="Arial"/>
                <a:sym typeface="Arial"/>
              </a:defRPr>
            </a:lvl1pPr>
            <a:lvl2pPr indent="-228600" lvl="1" marL="914400" algn="l">
              <a:lnSpc>
                <a:spcPct val="100000"/>
              </a:lnSpc>
              <a:spcBef>
                <a:spcPts val="1200"/>
              </a:spcBef>
              <a:spcAft>
                <a:spcPts val="0"/>
              </a:spcAft>
              <a:buSzPts val="2000"/>
              <a:buNone/>
              <a:defRPr b="1" sz="2000"/>
            </a:lvl2pPr>
            <a:lvl3pPr indent="-228600" lvl="2" marL="1371600" algn="l">
              <a:lnSpc>
                <a:spcPct val="100000"/>
              </a:lnSpc>
              <a:spcBef>
                <a:spcPts val="1200"/>
              </a:spcBef>
              <a:spcAft>
                <a:spcPts val="0"/>
              </a:spcAft>
              <a:buSzPts val="1800"/>
              <a:buNone/>
              <a:defRPr b="1" sz="1800"/>
            </a:lvl3pPr>
            <a:lvl4pPr indent="-228600" lvl="3" marL="1828800" algn="l">
              <a:lnSpc>
                <a:spcPct val="100000"/>
              </a:lnSpc>
              <a:spcBef>
                <a:spcPts val="1200"/>
              </a:spcBef>
              <a:spcAft>
                <a:spcPts val="0"/>
              </a:spcAft>
              <a:buSzPts val="1600"/>
              <a:buNone/>
              <a:defRPr b="1" sz="1600"/>
            </a:lvl4pPr>
            <a:lvl5pPr indent="-228600" lvl="4" marL="2286000" algn="l">
              <a:lnSpc>
                <a:spcPct val="100000"/>
              </a:lnSpc>
              <a:spcBef>
                <a:spcPts val="120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86" name="Google Shape;286;p101"/>
          <p:cNvSpPr txBox="1"/>
          <p:nvPr>
            <p:ph idx="4" type="body"/>
          </p:nvPr>
        </p:nvSpPr>
        <p:spPr>
          <a:xfrm>
            <a:off x="6193368" y="2174875"/>
            <a:ext cx="5388900" cy="376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OP">
  <p:cSld name="STOP">
    <p:spTree>
      <p:nvGrpSpPr>
        <p:cNvPr id="287" name="Shape 287"/>
        <p:cNvGrpSpPr/>
        <p:nvPr/>
      </p:nvGrpSpPr>
      <p:grpSpPr>
        <a:xfrm>
          <a:off x="0" y="0"/>
          <a:ext cx="0" cy="0"/>
          <a:chOff x="0" y="0"/>
          <a:chExt cx="0" cy="0"/>
        </a:xfrm>
      </p:grpSpPr>
      <p:sp>
        <p:nvSpPr>
          <p:cNvPr id="288" name="Google Shape;288;p102"/>
          <p:cNvSpPr/>
          <p:nvPr/>
        </p:nvSpPr>
        <p:spPr>
          <a:xfrm>
            <a:off x="0" y="0"/>
            <a:ext cx="12192000" cy="68580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sp>
        <p:nvSpPr>
          <p:cNvPr id="289" name="Google Shape;289;p102"/>
          <p:cNvSpPr/>
          <p:nvPr/>
        </p:nvSpPr>
        <p:spPr>
          <a:xfrm>
            <a:off x="660400" y="1705451"/>
            <a:ext cx="10871100" cy="3447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3800"/>
              <a:buFont typeface="Arial"/>
              <a:buNone/>
            </a:pPr>
            <a:r>
              <a:rPr b="0" i="0" lang="en-US" sz="13800" u="none" cap="none" strike="noStrike">
                <a:solidFill>
                  <a:srgbClr val="FFFFFF"/>
                </a:solidFill>
                <a:latin typeface="Arial"/>
                <a:ea typeface="Arial"/>
                <a:cs typeface="Arial"/>
                <a:sym typeface="Arial"/>
              </a:rPr>
              <a:t>STOP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4000"/>
              <a:buFont typeface="Arial"/>
              <a:buNone/>
            </a:pPr>
            <a:r>
              <a:rPr b="0" i="0" lang="en-US" sz="4000" u="none" cap="none" strike="noStrike">
                <a:solidFill>
                  <a:srgbClr val="FFFFFF"/>
                </a:solidFill>
                <a:latin typeface="Arial"/>
                <a:ea typeface="Arial"/>
                <a:cs typeface="Arial"/>
                <a:sym typeface="Arial"/>
              </a:rPr>
              <a:t> Do not use layouts that come after this slide.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4000"/>
              <a:buFont typeface="Arial"/>
              <a:buNone/>
            </a:pPr>
            <a:r>
              <a:rPr b="0" i="0" lang="en-US" sz="4000" u="none" cap="none" strike="noStrike">
                <a:solidFill>
                  <a:srgbClr val="FFFFFF"/>
                </a:solidFill>
                <a:latin typeface="Arial"/>
                <a:ea typeface="Arial"/>
                <a:cs typeface="Arial"/>
                <a:sym typeface="Arial"/>
              </a:rPr>
              <a:t>They are not approved for template use.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_Title Only">
  <p:cSld name="Standard _Title Only">
    <p:spTree>
      <p:nvGrpSpPr>
        <p:cNvPr id="290" name="Shape 290"/>
        <p:cNvGrpSpPr/>
        <p:nvPr/>
      </p:nvGrpSpPr>
      <p:grpSpPr>
        <a:xfrm>
          <a:off x="0" y="0"/>
          <a:ext cx="0" cy="0"/>
          <a:chOff x="0" y="0"/>
          <a:chExt cx="0" cy="0"/>
        </a:xfrm>
      </p:grpSpPr>
      <p:sp>
        <p:nvSpPr>
          <p:cNvPr id="291" name="Google Shape;291;p103"/>
          <p:cNvSpPr txBox="1"/>
          <p:nvPr>
            <p:ph type="title"/>
          </p:nvPr>
        </p:nvSpPr>
        <p:spPr>
          <a:xfrm>
            <a:off x="609600" y="283464"/>
            <a:ext cx="10972800" cy="1143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0" sz="3600">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Full Image">
    <p:spTree>
      <p:nvGrpSpPr>
        <p:cNvPr id="298" name="Shape 298"/>
        <p:cNvGrpSpPr/>
        <p:nvPr/>
      </p:nvGrpSpPr>
      <p:grpSpPr>
        <a:xfrm>
          <a:off x="0" y="0"/>
          <a:ext cx="0" cy="0"/>
          <a:chOff x="0" y="0"/>
          <a:chExt cx="0" cy="0"/>
        </a:xfrm>
      </p:grpSpPr>
      <p:sp>
        <p:nvSpPr>
          <p:cNvPr id="299" name="Google Shape;299;p36"/>
          <p:cNvSpPr/>
          <p:nvPr>
            <p:ph idx="2" type="pic"/>
          </p:nvPr>
        </p:nvSpPr>
        <p:spPr>
          <a:xfrm>
            <a:off x="-2" y="0"/>
            <a:ext cx="12192000" cy="6858000"/>
          </a:xfrm>
          <a:prstGeom prst="rect">
            <a:avLst/>
          </a:prstGeom>
          <a:noFill/>
          <a:ln>
            <a:noFill/>
          </a:ln>
        </p:spPr>
      </p:sp>
      <p:sp>
        <p:nvSpPr>
          <p:cNvPr id="300" name="Google Shape;300;p36"/>
          <p:cNvSpPr/>
          <p:nvPr/>
        </p:nvSpPr>
        <p:spPr>
          <a:xfrm>
            <a:off x="2" y="4288420"/>
            <a:ext cx="12192000" cy="2569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01" name="Google Shape;301;p36"/>
          <p:cNvSpPr txBox="1"/>
          <p:nvPr>
            <p:ph type="title"/>
          </p:nvPr>
        </p:nvSpPr>
        <p:spPr>
          <a:xfrm>
            <a:off x="741681" y="4453291"/>
            <a:ext cx="3754800" cy="1731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Arial"/>
              <a:buNone/>
              <a:defRPr b="1" sz="3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2" name="Google Shape;302;p36"/>
          <p:cNvSpPr txBox="1"/>
          <p:nvPr>
            <p:ph idx="1" type="body"/>
          </p:nvPr>
        </p:nvSpPr>
        <p:spPr>
          <a:xfrm>
            <a:off x="4867420" y="4453290"/>
            <a:ext cx="7031400" cy="2109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50000"/>
              </a:lnSpc>
              <a:spcBef>
                <a:spcPts val="1200"/>
              </a:spcBef>
              <a:spcAft>
                <a:spcPts val="0"/>
              </a:spcAft>
              <a:buSzPts val="2000"/>
              <a:buNone/>
              <a:defRPr>
                <a:solidFill>
                  <a:schemeClr val="lt1"/>
                </a:solidFill>
              </a:defRPr>
            </a:lvl2pPr>
            <a:lvl3pPr indent="-228600" lvl="2" marL="1371600" algn="l">
              <a:lnSpc>
                <a:spcPct val="150000"/>
              </a:lnSpc>
              <a:spcBef>
                <a:spcPts val="1200"/>
              </a:spcBef>
              <a:spcAft>
                <a:spcPts val="0"/>
              </a:spcAft>
              <a:buSzPts val="1800"/>
              <a:buNone/>
              <a:defRPr>
                <a:solidFill>
                  <a:schemeClr val="lt1"/>
                </a:solidFill>
              </a:defRPr>
            </a:lvl3pPr>
            <a:lvl4pPr indent="-228600" lvl="3" marL="1828800" algn="l">
              <a:lnSpc>
                <a:spcPct val="150000"/>
              </a:lnSpc>
              <a:spcBef>
                <a:spcPts val="1200"/>
              </a:spcBef>
              <a:spcAft>
                <a:spcPts val="0"/>
              </a:spcAft>
              <a:buSzPts val="1600"/>
              <a:buNone/>
              <a:defRPr>
                <a:solidFill>
                  <a:schemeClr val="lt1"/>
                </a:solidFill>
              </a:defRPr>
            </a:lvl4pPr>
            <a:lvl5pPr indent="-228600" lvl="4" marL="2286000" algn="l">
              <a:lnSpc>
                <a:spcPct val="15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303" name="Google Shape;303;p36"/>
          <p:cNvPicPr preferRelativeResize="0"/>
          <p:nvPr/>
        </p:nvPicPr>
        <p:blipFill rotWithShape="1">
          <a:blip r:embed="rId2">
            <a:alphaModFix/>
          </a:blip>
          <a:srcRect b="0" l="0" r="0" t="0"/>
          <a:stretch/>
        </p:blipFill>
        <p:spPr>
          <a:xfrm>
            <a:off x="10691149" y="5897410"/>
            <a:ext cx="1077470" cy="569977"/>
          </a:xfrm>
          <a:prstGeom prst="rect">
            <a:avLst/>
          </a:prstGeom>
          <a:noFill/>
          <a:ln>
            <a:noFill/>
          </a:ln>
        </p:spPr>
      </p:pic>
      <p:pic>
        <p:nvPicPr>
          <p:cNvPr id="304" name="Google Shape;304;p36"/>
          <p:cNvPicPr preferRelativeResize="0"/>
          <p:nvPr/>
        </p:nvPicPr>
        <p:blipFill rotWithShape="1">
          <a:blip r:embed="rId3">
            <a:alphaModFix/>
          </a:blip>
          <a:srcRect b="0" l="0" r="0" t="0"/>
          <a:stretch/>
        </p:blipFill>
        <p:spPr>
          <a:xfrm rot="-5400000">
            <a:off x="3820139" y="4912050"/>
            <a:ext cx="1797850" cy="17287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Slide_Logo Slide" showMasterSp="0">
  <p:cSld name="Theme Slide_Logo Slide">
    <p:spTree>
      <p:nvGrpSpPr>
        <p:cNvPr id="305" name="Shape 305"/>
        <p:cNvGrpSpPr/>
        <p:nvPr/>
      </p:nvGrpSpPr>
      <p:grpSpPr>
        <a:xfrm>
          <a:off x="0" y="0"/>
          <a:ext cx="0" cy="0"/>
          <a:chOff x="0" y="0"/>
          <a:chExt cx="0" cy="0"/>
        </a:xfrm>
      </p:grpSpPr>
      <p:pic>
        <p:nvPicPr>
          <p:cNvPr id="306" name="Google Shape;306;p55"/>
          <p:cNvPicPr preferRelativeResize="0"/>
          <p:nvPr/>
        </p:nvPicPr>
        <p:blipFill rotWithShape="1">
          <a:blip r:embed="rId2">
            <a:alphaModFix/>
          </a:blip>
          <a:srcRect b="0" l="0" r="0" t="0"/>
          <a:stretch/>
        </p:blipFill>
        <p:spPr>
          <a:xfrm>
            <a:off x="11024506" y="3323168"/>
            <a:ext cx="443593" cy="3105150"/>
          </a:xfrm>
          <a:prstGeom prst="rect">
            <a:avLst/>
          </a:prstGeom>
          <a:noFill/>
          <a:ln>
            <a:noFill/>
          </a:ln>
        </p:spPr>
      </p:pic>
      <p:pic>
        <p:nvPicPr>
          <p:cNvPr id="307" name="Google Shape;307;p55"/>
          <p:cNvPicPr preferRelativeResize="0"/>
          <p:nvPr/>
        </p:nvPicPr>
        <p:blipFill rotWithShape="1">
          <a:blip r:embed="rId3">
            <a:alphaModFix/>
          </a:blip>
          <a:srcRect b="0" l="0" r="0" t="0"/>
          <a:stretch/>
        </p:blipFill>
        <p:spPr>
          <a:xfrm>
            <a:off x="9412658" y="762001"/>
            <a:ext cx="2055444" cy="1085848"/>
          </a:xfrm>
          <a:prstGeom prst="rect">
            <a:avLst/>
          </a:prstGeom>
          <a:noFill/>
          <a:ln>
            <a:noFill/>
          </a:ln>
        </p:spPr>
      </p:pic>
      <p:sp>
        <p:nvSpPr>
          <p:cNvPr id="308" name="Google Shape;308;p55"/>
          <p:cNvSpPr txBox="1"/>
          <p:nvPr>
            <p:ph type="title"/>
          </p:nvPr>
        </p:nvSpPr>
        <p:spPr>
          <a:xfrm>
            <a:off x="609600" y="3540406"/>
            <a:ext cx="7442700" cy="1143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2"/>
              </a:buClr>
              <a:buSzPts val="6600"/>
              <a:buFont typeface="Arial"/>
              <a:buNone/>
              <a:defRPr sz="6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9" name="Google Shape;309;p55"/>
          <p:cNvSpPr txBox="1"/>
          <p:nvPr>
            <p:ph idx="1" type="body"/>
          </p:nvPr>
        </p:nvSpPr>
        <p:spPr>
          <a:xfrm>
            <a:off x="609600" y="4683406"/>
            <a:ext cx="7442700" cy="914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2"/>
                </a:solidFill>
              </a:defRPr>
            </a:lvl1pPr>
            <a:lvl2pPr indent="-228600" lvl="1" marL="914400" algn="l">
              <a:lnSpc>
                <a:spcPct val="100000"/>
              </a:lnSpc>
              <a:spcBef>
                <a:spcPts val="1200"/>
              </a:spcBef>
              <a:spcAft>
                <a:spcPts val="0"/>
              </a:spcAft>
              <a:buSzPts val="2000"/>
              <a:buNone/>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_Title Only">
  <p:cSld name="Standard _Title Only">
    <p:spTree>
      <p:nvGrpSpPr>
        <p:cNvPr id="310" name="Shape 310"/>
        <p:cNvGrpSpPr/>
        <p:nvPr/>
      </p:nvGrpSpPr>
      <p:grpSpPr>
        <a:xfrm>
          <a:off x="0" y="0"/>
          <a:ext cx="0" cy="0"/>
          <a:chOff x="0" y="0"/>
          <a:chExt cx="0" cy="0"/>
        </a:xfrm>
      </p:grpSpPr>
      <p:sp>
        <p:nvSpPr>
          <p:cNvPr id="311" name="Google Shape;311;p56"/>
          <p:cNvSpPr txBox="1"/>
          <p:nvPr>
            <p:ph type="title"/>
          </p:nvPr>
        </p:nvSpPr>
        <p:spPr>
          <a:xfrm>
            <a:off x="609600" y="28346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0" sz="3600">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Text">
  <p:cSld name="Standard Text">
    <p:spTree>
      <p:nvGrpSpPr>
        <p:cNvPr id="312" name="Shape 312"/>
        <p:cNvGrpSpPr/>
        <p:nvPr/>
      </p:nvGrpSpPr>
      <p:grpSpPr>
        <a:xfrm>
          <a:off x="0" y="0"/>
          <a:ext cx="0" cy="0"/>
          <a:chOff x="0" y="0"/>
          <a:chExt cx="0" cy="0"/>
        </a:xfrm>
      </p:grpSpPr>
      <p:sp>
        <p:nvSpPr>
          <p:cNvPr id="313" name="Google Shape;313;p57"/>
          <p:cNvSpPr txBox="1"/>
          <p:nvPr>
            <p:ph type="title"/>
          </p:nvPr>
        </p:nvSpPr>
        <p:spPr>
          <a:xfrm>
            <a:off x="609600" y="28346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0"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4" name="Google Shape;314;p57"/>
          <p:cNvSpPr txBox="1"/>
          <p:nvPr>
            <p:ph idx="1" type="body"/>
          </p:nvPr>
        </p:nvSpPr>
        <p:spPr>
          <a:xfrm>
            <a:off x="609600" y="1600200"/>
            <a:ext cx="10972800" cy="45213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eal Key Point" showMasterSp="0">
  <p:cSld name="Light Teal Key Point">
    <p:bg>
      <p:bgPr>
        <a:solidFill>
          <a:schemeClr val="lt2"/>
        </a:solidFill>
      </p:bgPr>
    </p:bg>
    <p:spTree>
      <p:nvGrpSpPr>
        <p:cNvPr id="315" name="Shape 315"/>
        <p:cNvGrpSpPr/>
        <p:nvPr/>
      </p:nvGrpSpPr>
      <p:grpSpPr>
        <a:xfrm>
          <a:off x="0" y="0"/>
          <a:ext cx="0" cy="0"/>
          <a:chOff x="0" y="0"/>
          <a:chExt cx="0" cy="0"/>
        </a:xfrm>
      </p:grpSpPr>
      <p:sp>
        <p:nvSpPr>
          <p:cNvPr id="316" name="Google Shape;316;p58"/>
          <p:cNvSpPr txBox="1"/>
          <p:nvPr>
            <p:ph idx="1" type="body"/>
          </p:nvPr>
        </p:nvSpPr>
        <p:spPr>
          <a:xfrm>
            <a:off x="1150621" y="3009659"/>
            <a:ext cx="9890700" cy="838800"/>
          </a:xfrm>
          <a:prstGeom prst="rect">
            <a:avLst/>
          </a:prstGeom>
          <a:noFill/>
          <a:ln>
            <a:noFill/>
          </a:ln>
        </p:spPr>
        <p:txBody>
          <a:bodyPr anchorCtr="0" anchor="t" bIns="45700" lIns="91425" spcFirstLastPara="1" rIns="91425" wrap="square" tIns="45700">
            <a:noAutofit/>
          </a:bodyPr>
          <a:lstStyle>
            <a:lvl1pPr indent="-228600" lvl="0" marL="457200" algn="ctr">
              <a:lnSpc>
                <a:spcPct val="150000"/>
              </a:lnSpc>
              <a:spcBef>
                <a:spcPts val="0"/>
              </a:spcBef>
              <a:spcAft>
                <a:spcPts val="0"/>
              </a:spcAft>
              <a:buClr>
                <a:schemeClr val="dk2"/>
              </a:buClr>
              <a:buSzPts val="3200"/>
              <a:buFont typeface="Arial"/>
              <a:buNone/>
              <a:defRPr b="0" sz="32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7" name="Google Shape;317;p58"/>
          <p:cNvSpPr txBox="1"/>
          <p:nvPr>
            <p:ph type="title"/>
          </p:nvPr>
        </p:nvSpPr>
        <p:spPr>
          <a:xfrm>
            <a:off x="4147933" y="1436807"/>
            <a:ext cx="3883500" cy="1250100"/>
          </a:xfrm>
          <a:prstGeom prst="rect">
            <a:avLst/>
          </a:prstGeom>
          <a:solidFill>
            <a:schemeClr val="lt2"/>
          </a:solid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5400"/>
              <a:buFont typeface="Arial"/>
              <a:buNone/>
              <a:defRPr b="1" sz="54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18" name="Google Shape;318;p58"/>
          <p:cNvPicPr preferRelativeResize="0"/>
          <p:nvPr/>
        </p:nvPicPr>
        <p:blipFill rotWithShape="1">
          <a:blip r:embed="rId2">
            <a:alphaModFix/>
          </a:blip>
          <a:srcRect b="0" l="0" r="0" t="0"/>
          <a:stretch/>
        </p:blipFill>
        <p:spPr>
          <a:xfrm>
            <a:off x="5161656" y="1016622"/>
            <a:ext cx="1868690" cy="4231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Half Image Opt2">
  <p:cSld name="Text_Half Image Opt2">
    <p:spTree>
      <p:nvGrpSpPr>
        <p:cNvPr id="319" name="Shape 319"/>
        <p:cNvGrpSpPr/>
        <p:nvPr/>
      </p:nvGrpSpPr>
      <p:grpSpPr>
        <a:xfrm>
          <a:off x="0" y="0"/>
          <a:ext cx="0" cy="0"/>
          <a:chOff x="0" y="0"/>
          <a:chExt cx="0" cy="0"/>
        </a:xfrm>
      </p:grpSpPr>
      <p:sp>
        <p:nvSpPr>
          <p:cNvPr id="320" name="Google Shape;320;p59"/>
          <p:cNvSpPr txBox="1"/>
          <p:nvPr>
            <p:ph type="title"/>
          </p:nvPr>
        </p:nvSpPr>
        <p:spPr>
          <a:xfrm>
            <a:off x="6591300" y="304800"/>
            <a:ext cx="51663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1"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1" name="Google Shape;321;p59"/>
          <p:cNvSpPr txBox="1"/>
          <p:nvPr>
            <p:ph idx="1" type="body"/>
          </p:nvPr>
        </p:nvSpPr>
        <p:spPr>
          <a:xfrm>
            <a:off x="6591300" y="1600200"/>
            <a:ext cx="5166300" cy="4381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2" name="Google Shape;322;p59"/>
          <p:cNvSpPr/>
          <p:nvPr>
            <p:ph idx="2" type="pic"/>
          </p:nvPr>
        </p:nvSpPr>
        <p:spPr>
          <a:xfrm>
            <a:off x="0" y="0"/>
            <a:ext cx="6096000" cy="6858000"/>
          </a:xfrm>
          <a:prstGeom prst="rect">
            <a:avLst/>
          </a:prstGeom>
          <a:noFill/>
          <a:ln>
            <a:noFill/>
          </a:ln>
        </p:spPr>
      </p:sp>
      <p:pic>
        <p:nvPicPr>
          <p:cNvPr id="323" name="Google Shape;323;p59"/>
          <p:cNvPicPr preferRelativeResize="0"/>
          <p:nvPr/>
        </p:nvPicPr>
        <p:blipFill rotWithShape="1">
          <a:blip r:embed="rId2">
            <a:alphaModFix/>
          </a:blip>
          <a:srcRect b="0" l="0" r="0" t="0"/>
          <a:stretch/>
        </p:blipFill>
        <p:spPr>
          <a:xfrm rot="-5400000">
            <a:off x="4993619" y="957270"/>
            <a:ext cx="1797850" cy="17287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Text">
  <p:cSld name="1_Standard Text">
    <p:spTree>
      <p:nvGrpSpPr>
        <p:cNvPr id="324" name="Shape 324"/>
        <p:cNvGrpSpPr/>
        <p:nvPr/>
      </p:nvGrpSpPr>
      <p:grpSpPr>
        <a:xfrm>
          <a:off x="0" y="0"/>
          <a:ext cx="0" cy="0"/>
          <a:chOff x="0" y="0"/>
          <a:chExt cx="0" cy="0"/>
        </a:xfrm>
      </p:grpSpPr>
      <p:sp>
        <p:nvSpPr>
          <p:cNvPr id="325" name="Google Shape;325;p60"/>
          <p:cNvSpPr txBox="1"/>
          <p:nvPr>
            <p:ph type="title"/>
          </p:nvPr>
        </p:nvSpPr>
        <p:spPr>
          <a:xfrm>
            <a:off x="609600" y="28346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0"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6" name="Google Shape;326;p60"/>
          <p:cNvSpPr txBox="1"/>
          <p:nvPr>
            <p:ph idx="1" type="body"/>
          </p:nvPr>
        </p:nvSpPr>
        <p:spPr>
          <a:xfrm>
            <a:off x="609600" y="1600200"/>
            <a:ext cx="10972800" cy="45213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ubtitle 2 column">
  <p:cSld name="2_Subtitle 2 column">
    <p:spTree>
      <p:nvGrpSpPr>
        <p:cNvPr id="327" name="Shape 327"/>
        <p:cNvGrpSpPr/>
        <p:nvPr/>
      </p:nvGrpSpPr>
      <p:grpSpPr>
        <a:xfrm>
          <a:off x="0" y="0"/>
          <a:ext cx="0" cy="0"/>
          <a:chOff x="0" y="0"/>
          <a:chExt cx="0" cy="0"/>
        </a:xfrm>
      </p:grpSpPr>
      <p:sp>
        <p:nvSpPr>
          <p:cNvPr id="328" name="Google Shape;328;p61"/>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9" name="Google Shape;329;p61"/>
          <p:cNvSpPr txBox="1"/>
          <p:nvPr>
            <p:ph idx="1" type="body"/>
          </p:nvPr>
        </p:nvSpPr>
        <p:spPr>
          <a:xfrm>
            <a:off x="609600" y="2849739"/>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0" name="Google Shape;330;p61"/>
          <p:cNvSpPr txBox="1"/>
          <p:nvPr>
            <p:ph idx="2" type="body"/>
          </p:nvPr>
        </p:nvSpPr>
        <p:spPr>
          <a:xfrm>
            <a:off x="4385469" y="2849880"/>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1" name="Google Shape;331;p61"/>
          <p:cNvSpPr txBox="1"/>
          <p:nvPr>
            <p:ph idx="3" type="body"/>
          </p:nvPr>
        </p:nvSpPr>
        <p:spPr>
          <a:xfrm>
            <a:off x="609600" y="2199535"/>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sz="2400">
                <a:solidFill>
                  <a:schemeClr val="lt2"/>
                </a:solidFill>
                <a:latin typeface="Arial"/>
                <a:ea typeface="Arial"/>
                <a:cs typeface="Arial"/>
                <a:sym typeface="Arial"/>
              </a:defRPr>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2" name="Google Shape;332;p61"/>
          <p:cNvSpPr txBox="1"/>
          <p:nvPr>
            <p:ph idx="4" type="body"/>
          </p:nvPr>
        </p:nvSpPr>
        <p:spPr>
          <a:xfrm>
            <a:off x="4385469" y="2199676"/>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sz="2400">
                <a:solidFill>
                  <a:schemeClr val="lt2"/>
                </a:solidFill>
                <a:latin typeface="Arial"/>
                <a:ea typeface="Arial"/>
                <a:cs typeface="Arial"/>
                <a:sym typeface="Arial"/>
              </a:defRPr>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3" name="Google Shape;333;p61"/>
          <p:cNvSpPr txBox="1"/>
          <p:nvPr>
            <p:ph idx="5" type="body"/>
          </p:nvPr>
        </p:nvSpPr>
        <p:spPr>
          <a:xfrm>
            <a:off x="8161338" y="2199555"/>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2"/>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grpSp>
        <p:nvGrpSpPr>
          <p:cNvPr id="334" name="Google Shape;334;p61"/>
          <p:cNvGrpSpPr/>
          <p:nvPr/>
        </p:nvGrpSpPr>
        <p:grpSpPr>
          <a:xfrm>
            <a:off x="4168140" y="2577491"/>
            <a:ext cx="3802380" cy="2519895"/>
            <a:chOff x="4168140" y="2400315"/>
            <a:chExt cx="3802380" cy="2659800"/>
          </a:xfrm>
        </p:grpSpPr>
        <p:cxnSp>
          <p:nvCxnSpPr>
            <p:cNvPr id="335" name="Google Shape;335;p61"/>
            <p:cNvCxnSpPr/>
            <p:nvPr/>
          </p:nvCxnSpPr>
          <p:spPr>
            <a:xfrm>
              <a:off x="4168140" y="2400315"/>
              <a:ext cx="0" cy="2659800"/>
            </a:xfrm>
            <a:prstGeom prst="straightConnector1">
              <a:avLst/>
            </a:prstGeom>
            <a:noFill/>
            <a:ln cap="flat" cmpd="sng" w="25400">
              <a:solidFill>
                <a:schemeClr val="accent3"/>
              </a:solidFill>
              <a:prstDash val="solid"/>
              <a:round/>
              <a:headEnd len="sm" w="sm" type="none"/>
              <a:tailEnd len="sm" w="sm" type="none"/>
            </a:ln>
          </p:spPr>
        </p:cxnSp>
        <p:cxnSp>
          <p:nvCxnSpPr>
            <p:cNvPr id="336" name="Google Shape;336;p61"/>
            <p:cNvCxnSpPr/>
            <p:nvPr/>
          </p:nvCxnSpPr>
          <p:spPr>
            <a:xfrm>
              <a:off x="7970520" y="2400315"/>
              <a:ext cx="0" cy="2659800"/>
            </a:xfrm>
            <a:prstGeom prst="straightConnector1">
              <a:avLst/>
            </a:prstGeom>
            <a:noFill/>
            <a:ln cap="flat" cmpd="sng" w="25400">
              <a:solidFill>
                <a:schemeClr val="accent3"/>
              </a:solidFill>
              <a:prstDash val="solid"/>
              <a:round/>
              <a:headEnd len="sm" w="sm" type="none"/>
              <a:tailEnd len="sm" w="sm" type="none"/>
            </a:ln>
          </p:spPr>
        </p:cxnSp>
      </p:grpSp>
      <p:sp>
        <p:nvSpPr>
          <p:cNvPr id="337" name="Google Shape;337;p61"/>
          <p:cNvSpPr txBox="1"/>
          <p:nvPr>
            <p:ph idx="6" type="body"/>
          </p:nvPr>
        </p:nvSpPr>
        <p:spPr>
          <a:xfrm>
            <a:off x="8153718" y="2849880"/>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er Light Teal" showMasterSp="0">
  <p:cSld name="Breaker Light Teal">
    <p:spTree>
      <p:nvGrpSpPr>
        <p:cNvPr id="338" name="Shape 338"/>
        <p:cNvGrpSpPr/>
        <p:nvPr/>
      </p:nvGrpSpPr>
      <p:grpSpPr>
        <a:xfrm>
          <a:off x="0" y="0"/>
          <a:ext cx="0" cy="0"/>
          <a:chOff x="0" y="0"/>
          <a:chExt cx="0" cy="0"/>
        </a:xfrm>
      </p:grpSpPr>
      <p:sp>
        <p:nvSpPr>
          <p:cNvPr id="339" name="Google Shape;339;p62"/>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0" name="Google Shape;340;p62"/>
          <p:cNvSpPr txBox="1"/>
          <p:nvPr>
            <p:ph type="title"/>
          </p:nvPr>
        </p:nvSpPr>
        <p:spPr>
          <a:xfrm>
            <a:off x="1459547" y="3070040"/>
            <a:ext cx="4308900" cy="1668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600"/>
              <a:buFont typeface="Arial"/>
              <a:buNone/>
              <a:defRPr b="1" sz="6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1" name="Google Shape;341;p62"/>
          <p:cNvSpPr txBox="1"/>
          <p:nvPr>
            <p:ph idx="1" type="body"/>
          </p:nvPr>
        </p:nvSpPr>
        <p:spPr>
          <a:xfrm>
            <a:off x="1496694" y="4802674"/>
            <a:ext cx="5742300" cy="8388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dk2"/>
              </a:buClr>
              <a:buSzPts val="2800"/>
              <a:buFont typeface="Arial"/>
              <a:buNone/>
              <a:defRPr b="0" sz="28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342" name="Google Shape;342;p62"/>
          <p:cNvPicPr preferRelativeResize="0"/>
          <p:nvPr/>
        </p:nvPicPr>
        <p:blipFill rotWithShape="1">
          <a:blip r:embed="rId2">
            <a:alphaModFix/>
          </a:blip>
          <a:srcRect b="0" l="0" r="0" t="0"/>
          <a:stretch/>
        </p:blipFill>
        <p:spPr>
          <a:xfrm>
            <a:off x="10691149" y="5897410"/>
            <a:ext cx="1077470" cy="569977"/>
          </a:xfrm>
          <a:prstGeom prst="rect">
            <a:avLst/>
          </a:prstGeom>
          <a:noFill/>
          <a:ln>
            <a:noFill/>
          </a:ln>
        </p:spPr>
      </p:pic>
      <p:pic>
        <p:nvPicPr>
          <p:cNvPr id="343" name="Google Shape;343;p62"/>
          <p:cNvPicPr preferRelativeResize="0"/>
          <p:nvPr/>
        </p:nvPicPr>
        <p:blipFill rotWithShape="1">
          <a:blip r:embed="rId3">
            <a:alphaModFix/>
          </a:blip>
          <a:srcRect b="0" l="0" r="0" t="0"/>
          <a:stretch/>
        </p:blipFill>
        <p:spPr>
          <a:xfrm>
            <a:off x="1658211" y="1216644"/>
            <a:ext cx="3508149" cy="521482"/>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er Dark Teal" showMasterSp="0">
  <p:cSld name="Breaker Dark Teal">
    <p:spTree>
      <p:nvGrpSpPr>
        <p:cNvPr id="344" name="Shape 344"/>
        <p:cNvGrpSpPr/>
        <p:nvPr/>
      </p:nvGrpSpPr>
      <p:grpSpPr>
        <a:xfrm>
          <a:off x="0" y="0"/>
          <a:ext cx="0" cy="0"/>
          <a:chOff x="0" y="0"/>
          <a:chExt cx="0" cy="0"/>
        </a:xfrm>
      </p:grpSpPr>
      <p:sp>
        <p:nvSpPr>
          <p:cNvPr id="345" name="Google Shape;345;p63"/>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6" name="Google Shape;346;p63"/>
          <p:cNvSpPr txBox="1"/>
          <p:nvPr>
            <p:ph type="title"/>
          </p:nvPr>
        </p:nvSpPr>
        <p:spPr>
          <a:xfrm>
            <a:off x="1422401" y="2818580"/>
            <a:ext cx="4544100" cy="16683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600"/>
              <a:buFont typeface="Arial"/>
              <a:buNone/>
              <a:defRPr b="1" sz="66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7" name="Google Shape;347;p63"/>
          <p:cNvSpPr txBox="1"/>
          <p:nvPr>
            <p:ph idx="1" type="body"/>
          </p:nvPr>
        </p:nvSpPr>
        <p:spPr>
          <a:xfrm>
            <a:off x="1459546" y="4764574"/>
            <a:ext cx="6609900" cy="8388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dk2"/>
              </a:buClr>
              <a:buSzPts val="2000"/>
              <a:buFont typeface="Arial"/>
              <a:buNone/>
              <a:defRPr b="0" sz="20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348" name="Google Shape;348;p63"/>
          <p:cNvPicPr preferRelativeResize="0"/>
          <p:nvPr/>
        </p:nvPicPr>
        <p:blipFill rotWithShape="1">
          <a:blip r:embed="rId2">
            <a:alphaModFix/>
          </a:blip>
          <a:srcRect b="0" l="0" r="0" t="0"/>
          <a:stretch/>
        </p:blipFill>
        <p:spPr>
          <a:xfrm>
            <a:off x="10691149" y="5897410"/>
            <a:ext cx="1077470" cy="569977"/>
          </a:xfrm>
          <a:prstGeom prst="rect">
            <a:avLst/>
          </a:prstGeom>
          <a:noFill/>
          <a:ln>
            <a:noFill/>
          </a:ln>
        </p:spPr>
      </p:pic>
      <p:pic>
        <p:nvPicPr>
          <p:cNvPr id="349" name="Google Shape;349;p63"/>
          <p:cNvPicPr preferRelativeResize="0"/>
          <p:nvPr/>
        </p:nvPicPr>
        <p:blipFill rotWithShape="1">
          <a:blip r:embed="rId3">
            <a:alphaModFix/>
          </a:blip>
          <a:srcRect b="0" l="0" r="0" t="0"/>
          <a:stretch/>
        </p:blipFill>
        <p:spPr>
          <a:xfrm rot="-5400000">
            <a:off x="9326349" y="1644014"/>
            <a:ext cx="3046535" cy="1320165"/>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er with image" showMasterSp="0">
  <p:cSld name="Breaker with image">
    <p:spTree>
      <p:nvGrpSpPr>
        <p:cNvPr id="350" name="Shape 350"/>
        <p:cNvGrpSpPr/>
        <p:nvPr/>
      </p:nvGrpSpPr>
      <p:grpSpPr>
        <a:xfrm>
          <a:off x="0" y="0"/>
          <a:ext cx="0" cy="0"/>
          <a:chOff x="0" y="0"/>
          <a:chExt cx="0" cy="0"/>
        </a:xfrm>
      </p:grpSpPr>
      <p:sp>
        <p:nvSpPr>
          <p:cNvPr id="351" name="Google Shape;351;p64"/>
          <p:cNvSpPr/>
          <p:nvPr>
            <p:ph idx="2" type="pic"/>
          </p:nvPr>
        </p:nvSpPr>
        <p:spPr>
          <a:xfrm>
            <a:off x="0" y="0"/>
            <a:ext cx="12192000" cy="6858000"/>
          </a:xfrm>
          <a:prstGeom prst="rect">
            <a:avLst/>
          </a:prstGeom>
          <a:noFill/>
          <a:ln>
            <a:noFill/>
          </a:ln>
        </p:spPr>
      </p:sp>
      <p:sp>
        <p:nvSpPr>
          <p:cNvPr id="352" name="Google Shape;352;p64"/>
          <p:cNvSpPr/>
          <p:nvPr/>
        </p:nvSpPr>
        <p:spPr>
          <a:xfrm>
            <a:off x="453387" y="451413"/>
            <a:ext cx="11285100" cy="5955300"/>
          </a:xfrm>
          <a:prstGeom prst="rect">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353" name="Google Shape;353;p64"/>
          <p:cNvPicPr preferRelativeResize="0"/>
          <p:nvPr/>
        </p:nvPicPr>
        <p:blipFill rotWithShape="1">
          <a:blip r:embed="rId2">
            <a:alphaModFix/>
          </a:blip>
          <a:srcRect b="0" l="0" r="0" t="0"/>
          <a:stretch/>
        </p:blipFill>
        <p:spPr>
          <a:xfrm>
            <a:off x="8291331" y="447406"/>
            <a:ext cx="3445398" cy="5963188"/>
          </a:xfrm>
          <a:prstGeom prst="rect">
            <a:avLst/>
          </a:prstGeom>
          <a:noFill/>
          <a:ln>
            <a:noFill/>
          </a:ln>
        </p:spPr>
      </p:pic>
      <p:sp>
        <p:nvSpPr>
          <p:cNvPr id="354" name="Google Shape;354;p64"/>
          <p:cNvSpPr txBox="1"/>
          <p:nvPr>
            <p:ph idx="1" type="body"/>
          </p:nvPr>
        </p:nvSpPr>
        <p:spPr>
          <a:xfrm>
            <a:off x="8663041" y="1875473"/>
            <a:ext cx="2584200" cy="3387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i="1">
                <a:solidFill>
                  <a:schemeClr val="lt1"/>
                </a:solidFil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5" name="Google Shape;355;p64"/>
          <p:cNvSpPr txBox="1"/>
          <p:nvPr>
            <p:ph idx="3" type="body"/>
          </p:nvPr>
        </p:nvSpPr>
        <p:spPr>
          <a:xfrm>
            <a:off x="8663041" y="5433061"/>
            <a:ext cx="2584200" cy="6477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1200"/>
              </a:spcBef>
              <a:spcAft>
                <a:spcPts val="0"/>
              </a:spcAft>
              <a:buSzPts val="2000"/>
              <a:buNone/>
              <a:defRPr sz="2000">
                <a:solidFill>
                  <a:schemeClr val="accent4"/>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356" name="Google Shape;356;p64"/>
          <p:cNvPicPr preferRelativeResize="0"/>
          <p:nvPr/>
        </p:nvPicPr>
        <p:blipFill rotWithShape="1">
          <a:blip r:embed="rId3">
            <a:alphaModFix/>
          </a:blip>
          <a:srcRect b="0" l="0" r="0" t="0"/>
          <a:stretch/>
        </p:blipFill>
        <p:spPr>
          <a:xfrm>
            <a:off x="453387" y="5897410"/>
            <a:ext cx="1077470" cy="569977"/>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reaker with image" showMasterSp="0">
  <p:cSld name="1_Breaker with image">
    <p:spTree>
      <p:nvGrpSpPr>
        <p:cNvPr id="357" name="Shape 357"/>
        <p:cNvGrpSpPr/>
        <p:nvPr/>
      </p:nvGrpSpPr>
      <p:grpSpPr>
        <a:xfrm>
          <a:off x="0" y="0"/>
          <a:ext cx="0" cy="0"/>
          <a:chOff x="0" y="0"/>
          <a:chExt cx="0" cy="0"/>
        </a:xfrm>
      </p:grpSpPr>
      <p:sp>
        <p:nvSpPr>
          <p:cNvPr id="358" name="Google Shape;358;p65"/>
          <p:cNvSpPr/>
          <p:nvPr>
            <p:ph idx="2" type="pic"/>
          </p:nvPr>
        </p:nvSpPr>
        <p:spPr>
          <a:xfrm>
            <a:off x="0" y="0"/>
            <a:ext cx="12192000" cy="6858000"/>
          </a:xfrm>
          <a:prstGeom prst="rect">
            <a:avLst/>
          </a:prstGeom>
          <a:noFill/>
          <a:ln>
            <a:noFill/>
          </a:ln>
        </p:spPr>
      </p:sp>
      <p:sp>
        <p:nvSpPr>
          <p:cNvPr id="359" name="Google Shape;359;p65"/>
          <p:cNvSpPr/>
          <p:nvPr/>
        </p:nvSpPr>
        <p:spPr>
          <a:xfrm>
            <a:off x="453387" y="451413"/>
            <a:ext cx="11285100" cy="5955300"/>
          </a:xfrm>
          <a:prstGeom prst="rect">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eal Key Point" showMasterSp="0">
  <p:cSld name="Dark Teal Key Point">
    <p:bg>
      <p:bgPr>
        <a:solidFill>
          <a:schemeClr val="dk2"/>
        </a:solidFill>
      </p:bgPr>
    </p:bg>
    <p:spTree>
      <p:nvGrpSpPr>
        <p:cNvPr id="360" name="Shape 360"/>
        <p:cNvGrpSpPr/>
        <p:nvPr/>
      </p:nvGrpSpPr>
      <p:grpSpPr>
        <a:xfrm>
          <a:off x="0" y="0"/>
          <a:ext cx="0" cy="0"/>
          <a:chOff x="0" y="0"/>
          <a:chExt cx="0" cy="0"/>
        </a:xfrm>
      </p:grpSpPr>
      <p:sp>
        <p:nvSpPr>
          <p:cNvPr id="361" name="Google Shape;361;p66"/>
          <p:cNvSpPr txBox="1"/>
          <p:nvPr>
            <p:ph idx="1" type="body"/>
          </p:nvPr>
        </p:nvSpPr>
        <p:spPr>
          <a:xfrm>
            <a:off x="1150621" y="3009659"/>
            <a:ext cx="9890700" cy="838800"/>
          </a:xfrm>
          <a:prstGeom prst="rect">
            <a:avLst/>
          </a:prstGeom>
          <a:noFill/>
          <a:ln>
            <a:noFill/>
          </a:ln>
        </p:spPr>
        <p:txBody>
          <a:bodyPr anchorCtr="0" anchor="t" bIns="45700" lIns="91425" spcFirstLastPara="1" rIns="91425" wrap="square" tIns="45700">
            <a:noAutofit/>
          </a:bodyPr>
          <a:lstStyle>
            <a:lvl1pPr indent="-228600" lvl="0" marL="457200" algn="ctr">
              <a:lnSpc>
                <a:spcPct val="150000"/>
              </a:lnSpc>
              <a:spcBef>
                <a:spcPts val="0"/>
              </a:spcBef>
              <a:spcAft>
                <a:spcPts val="0"/>
              </a:spcAft>
              <a:buClr>
                <a:schemeClr val="dk2"/>
              </a:buClr>
              <a:buSzPts val="3200"/>
              <a:buFont typeface="Arial"/>
              <a:buNone/>
              <a:defRPr b="0" sz="3200">
                <a:solidFill>
                  <a:schemeClr val="lt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2" name="Google Shape;362;p66"/>
          <p:cNvSpPr txBox="1"/>
          <p:nvPr>
            <p:ph type="title"/>
          </p:nvPr>
        </p:nvSpPr>
        <p:spPr>
          <a:xfrm>
            <a:off x="4147933" y="1436807"/>
            <a:ext cx="3883500" cy="1250100"/>
          </a:xfrm>
          <a:prstGeom prst="rect">
            <a:avLst/>
          </a:prstGeom>
          <a:solidFill>
            <a:schemeClr val="dk2"/>
          </a:solid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5400"/>
              <a:buFont typeface="Arial"/>
              <a:buNone/>
              <a:defRPr b="1" sz="5400"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 close up of a sign&#10;&#10;Description automatically generated" id="363" name="Google Shape;363;p66"/>
          <p:cNvPicPr preferRelativeResize="0"/>
          <p:nvPr/>
        </p:nvPicPr>
        <p:blipFill rotWithShape="1">
          <a:blip r:embed="rId2">
            <a:alphaModFix/>
          </a:blip>
          <a:srcRect b="0" l="0" r="0" t="0"/>
          <a:stretch/>
        </p:blipFill>
        <p:spPr>
          <a:xfrm>
            <a:off x="10691149" y="5897410"/>
            <a:ext cx="1077470" cy="569977"/>
          </a:xfrm>
          <a:prstGeom prst="rect">
            <a:avLst/>
          </a:prstGeom>
          <a:noFill/>
          <a:ln>
            <a:noFill/>
          </a:ln>
        </p:spPr>
      </p:pic>
      <p:grpSp>
        <p:nvGrpSpPr>
          <p:cNvPr id="364" name="Google Shape;364;p66"/>
          <p:cNvGrpSpPr/>
          <p:nvPr/>
        </p:nvGrpSpPr>
        <p:grpSpPr>
          <a:xfrm>
            <a:off x="470977" y="3300834"/>
            <a:ext cx="679668" cy="3059904"/>
            <a:chOff x="549074" y="2623335"/>
            <a:chExt cx="838682" cy="3775795"/>
          </a:xfrm>
        </p:grpSpPr>
        <p:pic>
          <p:nvPicPr>
            <p:cNvPr id="365" name="Google Shape;365;p66"/>
            <p:cNvPicPr preferRelativeResize="0"/>
            <p:nvPr/>
          </p:nvPicPr>
          <p:blipFill rotWithShape="1">
            <a:blip r:embed="rId3">
              <a:alphaModFix/>
            </a:blip>
            <a:srcRect b="0" l="0" r="0" t="0"/>
            <a:stretch/>
          </p:blipFill>
          <p:spPr>
            <a:xfrm rot="5400000">
              <a:off x="705" y="5012079"/>
              <a:ext cx="1935420" cy="838682"/>
            </a:xfrm>
            <a:prstGeom prst="rect">
              <a:avLst/>
            </a:prstGeom>
            <a:noFill/>
            <a:ln>
              <a:noFill/>
            </a:ln>
          </p:spPr>
        </p:pic>
        <p:pic>
          <p:nvPicPr>
            <p:cNvPr id="366" name="Google Shape;366;p66"/>
            <p:cNvPicPr preferRelativeResize="0"/>
            <p:nvPr/>
          </p:nvPicPr>
          <p:blipFill rotWithShape="1">
            <a:blip r:embed="rId3">
              <a:alphaModFix/>
            </a:blip>
            <a:srcRect b="0" l="0" r="0" t="0"/>
            <a:stretch/>
          </p:blipFill>
          <p:spPr>
            <a:xfrm rot="5400000">
              <a:off x="705" y="3171704"/>
              <a:ext cx="1935420" cy="838682"/>
            </a:xfrm>
            <a:prstGeom prst="rect">
              <a:avLst/>
            </a:prstGeom>
            <a:noFill/>
            <a:ln>
              <a:noFill/>
            </a:ln>
          </p:spPr>
        </p:pic>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2">
  <p:cSld name="Blank_2">
    <p:spTree>
      <p:nvGrpSpPr>
        <p:cNvPr id="367" name="Shape 367"/>
        <p:cNvGrpSpPr/>
        <p:nvPr/>
      </p:nvGrpSpPr>
      <p:grpSpPr>
        <a:xfrm>
          <a:off x="0" y="0"/>
          <a:ext cx="0" cy="0"/>
          <a:chOff x="0" y="0"/>
          <a:chExt cx="0" cy="0"/>
        </a:xfrm>
      </p:grpSpPr>
      <p:sp>
        <p:nvSpPr>
          <p:cNvPr id="368" name="Google Shape;368;p67"/>
          <p:cNvSpPr/>
          <p:nvPr/>
        </p:nvSpPr>
        <p:spPr>
          <a:xfrm>
            <a:off x="302654" y="978794"/>
            <a:ext cx="11616600" cy="611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Text_w Subtitle">
  <p:cSld name="Standard Text_w Subtitle">
    <p:spTree>
      <p:nvGrpSpPr>
        <p:cNvPr id="369" name="Shape 369"/>
        <p:cNvGrpSpPr/>
        <p:nvPr/>
      </p:nvGrpSpPr>
      <p:grpSpPr>
        <a:xfrm>
          <a:off x="0" y="0"/>
          <a:ext cx="0" cy="0"/>
          <a:chOff x="0" y="0"/>
          <a:chExt cx="0" cy="0"/>
        </a:xfrm>
      </p:grpSpPr>
      <p:sp>
        <p:nvSpPr>
          <p:cNvPr id="370" name="Google Shape;370;p68"/>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1" name="Google Shape;371;p68"/>
          <p:cNvSpPr txBox="1"/>
          <p:nvPr>
            <p:ph idx="1" type="body"/>
          </p:nvPr>
        </p:nvSpPr>
        <p:spPr>
          <a:xfrm>
            <a:off x="609600" y="1949590"/>
            <a:ext cx="10972800" cy="412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2" name="Google Shape;372;p68"/>
          <p:cNvSpPr txBox="1"/>
          <p:nvPr>
            <p:ph idx="2" type="body"/>
          </p:nvPr>
        </p:nvSpPr>
        <p:spPr>
          <a:xfrm>
            <a:off x="609600" y="1386968"/>
            <a:ext cx="10972800" cy="546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2400"/>
              <a:buNone/>
              <a:defRPr b="1" sz="2400">
                <a:solidFill>
                  <a:schemeClr val="dk1"/>
                </a:solidFil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373" name="Shape 373"/>
        <p:cNvGrpSpPr/>
        <p:nvPr/>
      </p:nvGrpSpPr>
      <p:grpSpPr>
        <a:xfrm>
          <a:off x="0" y="0"/>
          <a:ext cx="0" cy="0"/>
          <a:chOff x="0" y="0"/>
          <a:chExt cx="0" cy="0"/>
        </a:xfrm>
      </p:grpSpPr>
      <p:sp>
        <p:nvSpPr>
          <p:cNvPr id="374" name="Google Shape;374;p69"/>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5" name="Google Shape;375;p69"/>
          <p:cNvSpPr txBox="1"/>
          <p:nvPr>
            <p:ph idx="1" type="body"/>
          </p:nvPr>
        </p:nvSpPr>
        <p:spPr>
          <a:xfrm>
            <a:off x="609600" y="1386968"/>
            <a:ext cx="10972800" cy="546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2400"/>
              <a:buNone/>
              <a:defRPr b="1" sz="24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Half Image">
  <p:cSld name="Text_Half Image">
    <p:spTree>
      <p:nvGrpSpPr>
        <p:cNvPr id="376" name="Shape 376"/>
        <p:cNvGrpSpPr/>
        <p:nvPr/>
      </p:nvGrpSpPr>
      <p:grpSpPr>
        <a:xfrm>
          <a:off x="0" y="0"/>
          <a:ext cx="0" cy="0"/>
          <a:chOff x="0" y="0"/>
          <a:chExt cx="0" cy="0"/>
        </a:xfrm>
      </p:grpSpPr>
      <p:sp>
        <p:nvSpPr>
          <p:cNvPr id="377" name="Google Shape;377;p70"/>
          <p:cNvSpPr txBox="1"/>
          <p:nvPr>
            <p:ph type="title"/>
          </p:nvPr>
        </p:nvSpPr>
        <p:spPr>
          <a:xfrm>
            <a:off x="609600" y="283464"/>
            <a:ext cx="49986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b="1" sz="3600" cap="none">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8" name="Google Shape;378;p70"/>
          <p:cNvSpPr txBox="1"/>
          <p:nvPr>
            <p:ph idx="1" type="body"/>
          </p:nvPr>
        </p:nvSpPr>
        <p:spPr>
          <a:xfrm>
            <a:off x="609600" y="1600200"/>
            <a:ext cx="4998600" cy="4381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9" name="Google Shape;379;p70"/>
          <p:cNvSpPr/>
          <p:nvPr>
            <p:ph idx="2" type="pic"/>
          </p:nvPr>
        </p:nvSpPr>
        <p:spPr>
          <a:xfrm>
            <a:off x="6096000" y="0"/>
            <a:ext cx="6096000" cy="6858000"/>
          </a:xfrm>
          <a:prstGeom prst="rect">
            <a:avLst/>
          </a:prstGeom>
          <a:noFill/>
          <a:ln>
            <a:noFill/>
          </a:ln>
        </p:spPr>
      </p:sp>
      <p:pic>
        <p:nvPicPr>
          <p:cNvPr id="380" name="Google Shape;380;p70"/>
          <p:cNvPicPr preferRelativeResize="0"/>
          <p:nvPr/>
        </p:nvPicPr>
        <p:blipFill rotWithShape="1">
          <a:blip r:embed="rId2">
            <a:alphaModFix/>
          </a:blip>
          <a:srcRect b="0" l="0" r="0" t="0"/>
          <a:stretch/>
        </p:blipFill>
        <p:spPr>
          <a:xfrm rot="5400000">
            <a:off x="4944427" y="5033963"/>
            <a:ext cx="2927985" cy="44196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harts">
  <p:cSld name="Two Charts">
    <p:spTree>
      <p:nvGrpSpPr>
        <p:cNvPr id="381" name="Shape 381"/>
        <p:cNvGrpSpPr/>
        <p:nvPr/>
      </p:nvGrpSpPr>
      <p:grpSpPr>
        <a:xfrm>
          <a:off x="0" y="0"/>
          <a:ext cx="0" cy="0"/>
          <a:chOff x="0" y="0"/>
          <a:chExt cx="0" cy="0"/>
        </a:xfrm>
      </p:grpSpPr>
      <p:sp>
        <p:nvSpPr>
          <p:cNvPr id="382" name="Google Shape;382;p71"/>
          <p:cNvSpPr/>
          <p:nvPr/>
        </p:nvSpPr>
        <p:spPr>
          <a:xfrm>
            <a:off x="6212840" y="1869440"/>
            <a:ext cx="5979300" cy="3059700"/>
          </a:xfrm>
          <a:prstGeom prst="rect">
            <a:avLst/>
          </a:prstGeom>
          <a:solidFill>
            <a:srgbClr val="ECEC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83" name="Google Shape;383;p71"/>
          <p:cNvSpPr/>
          <p:nvPr/>
        </p:nvSpPr>
        <p:spPr>
          <a:xfrm>
            <a:off x="0" y="1869440"/>
            <a:ext cx="5979300" cy="3059700"/>
          </a:xfrm>
          <a:prstGeom prst="rect">
            <a:avLst/>
          </a:prstGeom>
          <a:solidFill>
            <a:srgbClr val="ECEC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84" name="Google Shape;384;p71"/>
          <p:cNvSpPr txBox="1"/>
          <p:nvPr>
            <p:ph type="title"/>
          </p:nvPr>
        </p:nvSpPr>
        <p:spPr>
          <a:xfrm>
            <a:off x="609600" y="283464"/>
            <a:ext cx="7924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5" name="Google Shape;385;p71"/>
          <p:cNvSpPr txBox="1"/>
          <p:nvPr>
            <p:ph idx="1" type="body"/>
          </p:nvPr>
        </p:nvSpPr>
        <p:spPr>
          <a:xfrm>
            <a:off x="609600" y="5259347"/>
            <a:ext cx="5678400" cy="750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400"/>
              <a:buNone/>
              <a:defRPr b="1" sz="2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2000"/>
              <a:buNone/>
              <a:defRPr>
                <a:solidFill>
                  <a:schemeClr val="accent1"/>
                </a:solidFill>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6" name="Google Shape;386;p71"/>
          <p:cNvSpPr txBox="1"/>
          <p:nvPr>
            <p:ph idx="2" type="body"/>
          </p:nvPr>
        </p:nvSpPr>
        <p:spPr>
          <a:xfrm>
            <a:off x="6212840" y="1921407"/>
            <a:ext cx="5979300" cy="4257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320"/>
              </a:spcBef>
              <a:spcAft>
                <a:spcPts val="0"/>
              </a:spcAft>
              <a:buClr>
                <a:schemeClr val="dk2"/>
              </a:buClr>
              <a:buSzPts val="1600"/>
              <a:buNone/>
              <a:defRPr b="1" sz="16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7" name="Google Shape;387;p71"/>
          <p:cNvSpPr txBox="1"/>
          <p:nvPr>
            <p:ph idx="3" type="body"/>
          </p:nvPr>
        </p:nvSpPr>
        <p:spPr>
          <a:xfrm>
            <a:off x="-5080" y="1921407"/>
            <a:ext cx="5979300" cy="4257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320"/>
              </a:spcBef>
              <a:spcAft>
                <a:spcPts val="0"/>
              </a:spcAft>
              <a:buClr>
                <a:schemeClr val="dk2"/>
              </a:buClr>
              <a:buSzPts val="1600"/>
              <a:buNone/>
              <a:defRPr b="1" sz="16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8" name="Google Shape;388;p71"/>
          <p:cNvSpPr/>
          <p:nvPr>
            <p:ph idx="4" type="chart"/>
          </p:nvPr>
        </p:nvSpPr>
        <p:spPr>
          <a:xfrm>
            <a:off x="1" y="2346961"/>
            <a:ext cx="5984100" cy="2570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lvl="1"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lvl="2"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lvl="3"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lvl="4"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89" name="Google Shape;389;p71"/>
          <p:cNvSpPr/>
          <p:nvPr>
            <p:ph idx="5" type="chart"/>
          </p:nvPr>
        </p:nvSpPr>
        <p:spPr>
          <a:xfrm>
            <a:off x="6212840" y="2346961"/>
            <a:ext cx="5979300" cy="2570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lvl="1"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lvl="2"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lvl="3"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lvl="4"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390" name="Google Shape;390;p71"/>
          <p:cNvCxnSpPr/>
          <p:nvPr/>
        </p:nvCxnSpPr>
        <p:spPr>
          <a:xfrm>
            <a:off x="6212840" y="1869440"/>
            <a:ext cx="5979300" cy="0"/>
          </a:xfrm>
          <a:prstGeom prst="straightConnector1">
            <a:avLst/>
          </a:prstGeom>
          <a:noFill/>
          <a:ln cap="flat" cmpd="sng" w="57150">
            <a:solidFill>
              <a:schemeClr val="lt2"/>
            </a:solidFill>
            <a:prstDash val="solid"/>
            <a:round/>
            <a:headEnd len="sm" w="sm" type="none"/>
            <a:tailEnd len="sm" w="sm" type="none"/>
          </a:ln>
        </p:spPr>
      </p:cxnSp>
      <p:cxnSp>
        <p:nvCxnSpPr>
          <p:cNvPr id="391" name="Google Shape;391;p71"/>
          <p:cNvCxnSpPr/>
          <p:nvPr/>
        </p:nvCxnSpPr>
        <p:spPr>
          <a:xfrm>
            <a:off x="5081" y="1869440"/>
            <a:ext cx="5979300" cy="0"/>
          </a:xfrm>
          <a:prstGeom prst="straightConnector1">
            <a:avLst/>
          </a:prstGeom>
          <a:noFill/>
          <a:ln cap="flat" cmpd="sng" w="57150">
            <a:solidFill>
              <a:schemeClr val="lt2"/>
            </a:solidFill>
            <a:prstDash val="solid"/>
            <a:round/>
            <a:headEnd len="sm" w="sm" type="none"/>
            <a:tailEnd len="sm" w="sm" type="none"/>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Chart">
  <p:cSld name="Text and Chart">
    <p:spTree>
      <p:nvGrpSpPr>
        <p:cNvPr id="392" name="Shape 392"/>
        <p:cNvGrpSpPr/>
        <p:nvPr/>
      </p:nvGrpSpPr>
      <p:grpSpPr>
        <a:xfrm>
          <a:off x="0" y="0"/>
          <a:ext cx="0" cy="0"/>
          <a:chOff x="0" y="0"/>
          <a:chExt cx="0" cy="0"/>
        </a:xfrm>
      </p:grpSpPr>
      <p:sp>
        <p:nvSpPr>
          <p:cNvPr id="393" name="Google Shape;393;p72"/>
          <p:cNvSpPr/>
          <p:nvPr/>
        </p:nvSpPr>
        <p:spPr>
          <a:xfrm>
            <a:off x="6212840" y="1869440"/>
            <a:ext cx="5979300" cy="3059700"/>
          </a:xfrm>
          <a:prstGeom prst="rect">
            <a:avLst/>
          </a:prstGeom>
          <a:solidFill>
            <a:srgbClr val="ECEC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94" name="Google Shape;394;p72"/>
          <p:cNvSpPr txBox="1"/>
          <p:nvPr>
            <p:ph type="title"/>
          </p:nvPr>
        </p:nvSpPr>
        <p:spPr>
          <a:xfrm>
            <a:off x="609600" y="283464"/>
            <a:ext cx="7924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5" name="Google Shape;395;p72"/>
          <p:cNvSpPr txBox="1"/>
          <p:nvPr>
            <p:ph idx="1" type="body"/>
          </p:nvPr>
        </p:nvSpPr>
        <p:spPr>
          <a:xfrm>
            <a:off x="609600" y="5259347"/>
            <a:ext cx="5678400" cy="750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400"/>
              <a:buNone/>
              <a:defRPr b="1" sz="2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2000"/>
              <a:buNone/>
              <a:defRPr>
                <a:solidFill>
                  <a:schemeClr val="accent1"/>
                </a:solidFill>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6" name="Google Shape;396;p72"/>
          <p:cNvSpPr txBox="1"/>
          <p:nvPr>
            <p:ph idx="2" type="body"/>
          </p:nvPr>
        </p:nvSpPr>
        <p:spPr>
          <a:xfrm>
            <a:off x="6212840" y="1921407"/>
            <a:ext cx="5979300" cy="4257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320"/>
              </a:spcBef>
              <a:spcAft>
                <a:spcPts val="0"/>
              </a:spcAft>
              <a:buClr>
                <a:schemeClr val="dk2"/>
              </a:buClr>
              <a:buSzPts val="1600"/>
              <a:buNone/>
              <a:defRPr b="1" sz="16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7" name="Google Shape;397;p72"/>
          <p:cNvSpPr/>
          <p:nvPr>
            <p:ph idx="3" type="chart"/>
          </p:nvPr>
        </p:nvSpPr>
        <p:spPr>
          <a:xfrm>
            <a:off x="6212840" y="2346961"/>
            <a:ext cx="5979300" cy="2570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lvl="1"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lvl="2"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lvl="3"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lvl="4"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98" name="Google Shape;398;p72"/>
          <p:cNvSpPr txBox="1"/>
          <p:nvPr>
            <p:ph idx="4" type="body"/>
          </p:nvPr>
        </p:nvSpPr>
        <p:spPr>
          <a:xfrm>
            <a:off x="609600" y="1869440"/>
            <a:ext cx="5486400" cy="30597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200"/>
              </a:spcBef>
              <a:spcAft>
                <a:spcPts val="0"/>
              </a:spcAft>
              <a:buSzPts val="1800"/>
              <a:buChar char="•"/>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cxnSp>
        <p:nvCxnSpPr>
          <p:cNvPr id="399" name="Google Shape;399;p72"/>
          <p:cNvCxnSpPr/>
          <p:nvPr/>
        </p:nvCxnSpPr>
        <p:spPr>
          <a:xfrm>
            <a:off x="6212840" y="1869440"/>
            <a:ext cx="5979300" cy="0"/>
          </a:xfrm>
          <a:prstGeom prst="straightConnector1">
            <a:avLst/>
          </a:prstGeom>
          <a:noFill/>
          <a:ln cap="flat" cmpd="sng" w="57150">
            <a:solidFill>
              <a:schemeClr val="lt2"/>
            </a:solidFill>
            <a:prstDash val="solid"/>
            <a:round/>
            <a:headEnd len="sm" w="sm" type="none"/>
            <a:tailEnd len="sm" w="sm" type="none"/>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2 column">
  <p:cSld name="Subtitle 2 column">
    <p:spTree>
      <p:nvGrpSpPr>
        <p:cNvPr id="400" name="Shape 400"/>
        <p:cNvGrpSpPr/>
        <p:nvPr/>
      </p:nvGrpSpPr>
      <p:grpSpPr>
        <a:xfrm>
          <a:off x="0" y="0"/>
          <a:ext cx="0" cy="0"/>
          <a:chOff x="0" y="0"/>
          <a:chExt cx="0" cy="0"/>
        </a:xfrm>
      </p:grpSpPr>
      <p:sp>
        <p:nvSpPr>
          <p:cNvPr id="401" name="Google Shape;401;p73"/>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2" name="Google Shape;402;p73"/>
          <p:cNvSpPr txBox="1"/>
          <p:nvPr>
            <p:ph idx="1" type="body"/>
          </p:nvPr>
        </p:nvSpPr>
        <p:spPr>
          <a:xfrm>
            <a:off x="609600" y="1949590"/>
            <a:ext cx="5384700" cy="412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3" name="Google Shape;403;p73"/>
          <p:cNvSpPr txBox="1"/>
          <p:nvPr>
            <p:ph idx="2" type="body"/>
          </p:nvPr>
        </p:nvSpPr>
        <p:spPr>
          <a:xfrm>
            <a:off x="6197600" y="1949590"/>
            <a:ext cx="5384700" cy="412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4" name="Google Shape;404;p73"/>
          <p:cNvSpPr txBox="1"/>
          <p:nvPr>
            <p:ph idx="3" type="body"/>
          </p:nvPr>
        </p:nvSpPr>
        <p:spPr>
          <a:xfrm>
            <a:off x="609600" y="1386968"/>
            <a:ext cx="10972800" cy="546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2400"/>
              <a:buNone/>
              <a:defRPr b="1" sz="2400">
                <a:solidFill>
                  <a:schemeClr val="dk1"/>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ubtitle 2 column">
  <p:cSld name="1_Subtitle 2 column">
    <p:spTree>
      <p:nvGrpSpPr>
        <p:cNvPr id="405" name="Shape 405"/>
        <p:cNvGrpSpPr/>
        <p:nvPr/>
      </p:nvGrpSpPr>
      <p:grpSpPr>
        <a:xfrm>
          <a:off x="0" y="0"/>
          <a:ext cx="0" cy="0"/>
          <a:chOff x="0" y="0"/>
          <a:chExt cx="0" cy="0"/>
        </a:xfrm>
      </p:grpSpPr>
      <p:sp>
        <p:nvSpPr>
          <p:cNvPr id="406" name="Google Shape;406;p74"/>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7" name="Google Shape;407;p74"/>
          <p:cNvSpPr txBox="1"/>
          <p:nvPr>
            <p:ph idx="1" type="body"/>
          </p:nvPr>
        </p:nvSpPr>
        <p:spPr>
          <a:xfrm>
            <a:off x="609600" y="2849739"/>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8" name="Google Shape;408;p74"/>
          <p:cNvSpPr txBox="1"/>
          <p:nvPr>
            <p:ph idx="2" type="body"/>
          </p:nvPr>
        </p:nvSpPr>
        <p:spPr>
          <a:xfrm>
            <a:off x="4385469" y="2849880"/>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9" name="Google Shape;409;p74"/>
          <p:cNvSpPr txBox="1"/>
          <p:nvPr>
            <p:ph idx="3" type="body"/>
          </p:nvPr>
        </p:nvSpPr>
        <p:spPr>
          <a:xfrm>
            <a:off x="609600" y="2199535"/>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sz="2400">
                <a:solidFill>
                  <a:schemeClr val="lt2"/>
                </a:solidFill>
                <a:latin typeface="Arial"/>
                <a:ea typeface="Arial"/>
                <a:cs typeface="Arial"/>
                <a:sym typeface="Arial"/>
              </a:defRPr>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0" name="Google Shape;410;p74"/>
          <p:cNvSpPr txBox="1"/>
          <p:nvPr>
            <p:ph idx="4" type="body"/>
          </p:nvPr>
        </p:nvSpPr>
        <p:spPr>
          <a:xfrm>
            <a:off x="4385469" y="2199676"/>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sz="2400">
                <a:solidFill>
                  <a:schemeClr val="lt2"/>
                </a:solidFill>
                <a:latin typeface="Arial"/>
                <a:ea typeface="Arial"/>
                <a:cs typeface="Arial"/>
                <a:sym typeface="Arial"/>
              </a:defRPr>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1" name="Google Shape;411;p74"/>
          <p:cNvSpPr txBox="1"/>
          <p:nvPr>
            <p:ph idx="5" type="body"/>
          </p:nvPr>
        </p:nvSpPr>
        <p:spPr>
          <a:xfrm>
            <a:off x="8161338" y="2199555"/>
            <a:ext cx="3383400" cy="45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2"/>
                </a:solidFill>
                <a:latin typeface="Arial"/>
                <a:ea typeface="Arial"/>
                <a:cs typeface="Arial"/>
                <a:sym typeface="Arial"/>
              </a:defRPr>
            </a:lvl1pPr>
            <a:lvl2pPr indent="-342900" lvl="1" marL="914400" algn="l">
              <a:lnSpc>
                <a:spcPct val="100000"/>
              </a:lnSpc>
              <a:spcBef>
                <a:spcPts val="1200"/>
              </a:spcBef>
              <a:spcAft>
                <a:spcPts val="0"/>
              </a:spcAft>
              <a:buSzPts val="1800"/>
              <a:buChar char="–"/>
              <a:defRPr/>
            </a:lvl2pPr>
            <a:lvl3pPr indent="-342900" lvl="2" marL="1371600" algn="l">
              <a:lnSpc>
                <a:spcPct val="100000"/>
              </a:lnSpc>
              <a:spcBef>
                <a:spcPts val="1200"/>
              </a:spcBef>
              <a:spcAft>
                <a:spcPts val="0"/>
              </a:spcAft>
              <a:buSzPts val="1800"/>
              <a:buChar char="•"/>
              <a:defRPr/>
            </a:lvl3pPr>
            <a:lvl4pPr indent="-342900" lvl="3" marL="1828800" algn="l">
              <a:lnSpc>
                <a:spcPct val="100000"/>
              </a:lnSpc>
              <a:spcBef>
                <a:spcPts val="1200"/>
              </a:spcBef>
              <a:spcAft>
                <a:spcPts val="0"/>
              </a:spcAft>
              <a:buSzPts val="1800"/>
              <a:buChar char="–"/>
              <a:defRPr/>
            </a:lvl4pPr>
            <a:lvl5pPr indent="-342900" lvl="4" marL="2286000" algn="l">
              <a:lnSpc>
                <a:spcPct val="100000"/>
              </a:lnSpc>
              <a:spcBef>
                <a:spcPts val="1200"/>
              </a:spcBef>
              <a:spcAft>
                <a:spcPts val="0"/>
              </a:spcAft>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grpSp>
        <p:nvGrpSpPr>
          <p:cNvPr id="412" name="Google Shape;412;p74"/>
          <p:cNvGrpSpPr/>
          <p:nvPr/>
        </p:nvGrpSpPr>
        <p:grpSpPr>
          <a:xfrm>
            <a:off x="4168140" y="1882070"/>
            <a:ext cx="3802380" cy="3891256"/>
            <a:chOff x="4168140" y="1666276"/>
            <a:chExt cx="3802380" cy="4107300"/>
          </a:xfrm>
        </p:grpSpPr>
        <p:cxnSp>
          <p:nvCxnSpPr>
            <p:cNvPr id="413" name="Google Shape;413;p74"/>
            <p:cNvCxnSpPr/>
            <p:nvPr/>
          </p:nvCxnSpPr>
          <p:spPr>
            <a:xfrm>
              <a:off x="4168140" y="1666276"/>
              <a:ext cx="0" cy="4107300"/>
            </a:xfrm>
            <a:prstGeom prst="straightConnector1">
              <a:avLst/>
            </a:prstGeom>
            <a:noFill/>
            <a:ln cap="flat" cmpd="sng" w="25400">
              <a:solidFill>
                <a:schemeClr val="accent3"/>
              </a:solidFill>
              <a:prstDash val="solid"/>
              <a:round/>
              <a:headEnd len="sm" w="sm" type="none"/>
              <a:tailEnd len="sm" w="sm" type="none"/>
            </a:ln>
          </p:spPr>
        </p:cxnSp>
        <p:cxnSp>
          <p:nvCxnSpPr>
            <p:cNvPr id="414" name="Google Shape;414;p74"/>
            <p:cNvCxnSpPr/>
            <p:nvPr/>
          </p:nvCxnSpPr>
          <p:spPr>
            <a:xfrm>
              <a:off x="7970520" y="1666276"/>
              <a:ext cx="0" cy="4107300"/>
            </a:xfrm>
            <a:prstGeom prst="straightConnector1">
              <a:avLst/>
            </a:prstGeom>
            <a:noFill/>
            <a:ln cap="flat" cmpd="sng" w="25400">
              <a:solidFill>
                <a:schemeClr val="accent3"/>
              </a:solidFill>
              <a:prstDash val="solid"/>
              <a:round/>
              <a:headEnd len="sm" w="sm" type="none"/>
              <a:tailEnd len="sm" w="sm" type="none"/>
            </a:ln>
          </p:spPr>
        </p:cxnSp>
      </p:grpSp>
      <p:sp>
        <p:nvSpPr>
          <p:cNvPr id="415" name="Google Shape;415;p74"/>
          <p:cNvSpPr txBox="1"/>
          <p:nvPr>
            <p:ph idx="6" type="body"/>
          </p:nvPr>
        </p:nvSpPr>
        <p:spPr>
          <a:xfrm>
            <a:off x="8153718" y="2849880"/>
            <a:ext cx="3383400" cy="2923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2 column opt" type="twoTxTwoObj">
  <p:cSld name="TWO_OBJECTS_WITH_TEXT">
    <p:spTree>
      <p:nvGrpSpPr>
        <p:cNvPr id="416" name="Shape 416"/>
        <p:cNvGrpSpPr/>
        <p:nvPr/>
      </p:nvGrpSpPr>
      <p:grpSpPr>
        <a:xfrm>
          <a:off x="0" y="0"/>
          <a:ext cx="0" cy="0"/>
          <a:chOff x="0" y="0"/>
          <a:chExt cx="0" cy="0"/>
        </a:xfrm>
      </p:grpSpPr>
      <p:sp>
        <p:nvSpPr>
          <p:cNvPr id="417" name="Google Shape;417;p75"/>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8" name="Google Shape;418;p75"/>
          <p:cNvSpPr txBox="1"/>
          <p:nvPr>
            <p:ph idx="1" type="body"/>
          </p:nvPr>
        </p:nvSpPr>
        <p:spPr>
          <a:xfrm>
            <a:off x="609599" y="1670328"/>
            <a:ext cx="5386800" cy="369300"/>
          </a:xfrm>
          <a:prstGeom prst="rect">
            <a:avLst/>
          </a:prstGeom>
          <a:solidFill>
            <a:schemeClr val="dk2"/>
          </a:solidFill>
          <a:ln>
            <a:noFill/>
          </a:ln>
        </p:spPr>
        <p:txBody>
          <a:bodyPr anchorCtr="0" anchor="ctr" bIns="45700" lIns="91425" spcFirstLastPara="1" rIns="91425" wrap="square" tIns="45700">
            <a:spAutoFit/>
          </a:bodyPr>
          <a:lstStyle>
            <a:lvl1pPr indent="-228600" lvl="0" marL="457200" algn="l">
              <a:lnSpc>
                <a:spcPct val="100000"/>
              </a:lnSpc>
              <a:spcBef>
                <a:spcPts val="1200"/>
              </a:spcBef>
              <a:spcAft>
                <a:spcPts val="0"/>
              </a:spcAft>
              <a:buSzPts val="1800"/>
              <a:buNone/>
              <a:defRPr b="1" sz="1800" cap="none">
                <a:solidFill>
                  <a:schemeClr val="lt1"/>
                </a:solidFill>
                <a:latin typeface="Arial"/>
                <a:ea typeface="Arial"/>
                <a:cs typeface="Arial"/>
                <a:sym typeface="Arial"/>
              </a:defRPr>
            </a:lvl1pPr>
            <a:lvl2pPr indent="-228600" lvl="1" marL="914400" algn="l">
              <a:lnSpc>
                <a:spcPct val="100000"/>
              </a:lnSpc>
              <a:spcBef>
                <a:spcPts val="1200"/>
              </a:spcBef>
              <a:spcAft>
                <a:spcPts val="0"/>
              </a:spcAft>
              <a:buSzPts val="2000"/>
              <a:buNone/>
              <a:defRPr b="1" sz="2000"/>
            </a:lvl2pPr>
            <a:lvl3pPr indent="-228600" lvl="2" marL="1371600" algn="l">
              <a:lnSpc>
                <a:spcPct val="100000"/>
              </a:lnSpc>
              <a:spcBef>
                <a:spcPts val="1200"/>
              </a:spcBef>
              <a:spcAft>
                <a:spcPts val="0"/>
              </a:spcAft>
              <a:buSzPts val="1800"/>
              <a:buNone/>
              <a:defRPr b="1" sz="1800"/>
            </a:lvl3pPr>
            <a:lvl4pPr indent="-228600" lvl="3" marL="1828800" algn="l">
              <a:lnSpc>
                <a:spcPct val="100000"/>
              </a:lnSpc>
              <a:spcBef>
                <a:spcPts val="1200"/>
              </a:spcBef>
              <a:spcAft>
                <a:spcPts val="0"/>
              </a:spcAft>
              <a:buSzPts val="1600"/>
              <a:buNone/>
              <a:defRPr b="1" sz="1600"/>
            </a:lvl4pPr>
            <a:lvl5pPr indent="-228600" lvl="4" marL="2286000" algn="l">
              <a:lnSpc>
                <a:spcPct val="100000"/>
              </a:lnSpc>
              <a:spcBef>
                <a:spcPts val="120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9" name="Google Shape;419;p75"/>
          <p:cNvSpPr txBox="1"/>
          <p:nvPr>
            <p:ph idx="2" type="body"/>
          </p:nvPr>
        </p:nvSpPr>
        <p:spPr>
          <a:xfrm>
            <a:off x="609600" y="2174875"/>
            <a:ext cx="5386800" cy="376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0" name="Google Shape;420;p75"/>
          <p:cNvSpPr txBox="1"/>
          <p:nvPr>
            <p:ph idx="3" type="body"/>
          </p:nvPr>
        </p:nvSpPr>
        <p:spPr>
          <a:xfrm>
            <a:off x="6193368" y="1670328"/>
            <a:ext cx="5388900" cy="369300"/>
          </a:xfrm>
          <a:prstGeom prst="rect">
            <a:avLst/>
          </a:prstGeom>
          <a:solidFill>
            <a:schemeClr val="dk2"/>
          </a:solidFill>
          <a:ln>
            <a:noFill/>
          </a:ln>
        </p:spPr>
        <p:txBody>
          <a:bodyPr anchorCtr="0" anchor="ctr" bIns="45700" lIns="91425" spcFirstLastPara="1" rIns="91425" wrap="square" tIns="45700">
            <a:spAutoFit/>
          </a:bodyPr>
          <a:lstStyle>
            <a:lvl1pPr indent="-228600" lvl="0" marL="457200" algn="l">
              <a:lnSpc>
                <a:spcPct val="100000"/>
              </a:lnSpc>
              <a:spcBef>
                <a:spcPts val="1200"/>
              </a:spcBef>
              <a:spcAft>
                <a:spcPts val="0"/>
              </a:spcAft>
              <a:buSzPts val="1800"/>
              <a:buNone/>
              <a:defRPr b="1" sz="1800" cap="none">
                <a:solidFill>
                  <a:schemeClr val="lt1"/>
                </a:solidFill>
                <a:latin typeface="Arial"/>
                <a:ea typeface="Arial"/>
                <a:cs typeface="Arial"/>
                <a:sym typeface="Arial"/>
              </a:defRPr>
            </a:lvl1pPr>
            <a:lvl2pPr indent="-228600" lvl="1" marL="914400" algn="l">
              <a:lnSpc>
                <a:spcPct val="100000"/>
              </a:lnSpc>
              <a:spcBef>
                <a:spcPts val="1200"/>
              </a:spcBef>
              <a:spcAft>
                <a:spcPts val="0"/>
              </a:spcAft>
              <a:buSzPts val="2000"/>
              <a:buNone/>
              <a:defRPr b="1" sz="2000"/>
            </a:lvl2pPr>
            <a:lvl3pPr indent="-228600" lvl="2" marL="1371600" algn="l">
              <a:lnSpc>
                <a:spcPct val="100000"/>
              </a:lnSpc>
              <a:spcBef>
                <a:spcPts val="1200"/>
              </a:spcBef>
              <a:spcAft>
                <a:spcPts val="0"/>
              </a:spcAft>
              <a:buSzPts val="1800"/>
              <a:buNone/>
              <a:defRPr b="1" sz="1800"/>
            </a:lvl3pPr>
            <a:lvl4pPr indent="-228600" lvl="3" marL="1828800" algn="l">
              <a:lnSpc>
                <a:spcPct val="100000"/>
              </a:lnSpc>
              <a:spcBef>
                <a:spcPts val="1200"/>
              </a:spcBef>
              <a:spcAft>
                <a:spcPts val="0"/>
              </a:spcAft>
              <a:buSzPts val="1600"/>
              <a:buNone/>
              <a:defRPr b="1" sz="1600"/>
            </a:lvl4pPr>
            <a:lvl5pPr indent="-228600" lvl="4" marL="2286000" algn="l">
              <a:lnSpc>
                <a:spcPct val="100000"/>
              </a:lnSpc>
              <a:spcBef>
                <a:spcPts val="1200"/>
              </a:spcBef>
              <a:spcAft>
                <a:spcPts val="0"/>
              </a:spcAft>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21" name="Google Shape;421;p75"/>
          <p:cNvSpPr txBox="1"/>
          <p:nvPr>
            <p:ph idx="4" type="body"/>
          </p:nvPr>
        </p:nvSpPr>
        <p:spPr>
          <a:xfrm>
            <a:off x="6193368" y="2174875"/>
            <a:ext cx="5388900" cy="37686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sz="2400"/>
            </a:lvl1pPr>
            <a:lvl2pPr indent="-355600" lvl="1" marL="914400" algn="l">
              <a:lnSpc>
                <a:spcPct val="100000"/>
              </a:lnSpc>
              <a:spcBef>
                <a:spcPts val="1200"/>
              </a:spcBef>
              <a:spcAft>
                <a:spcPts val="0"/>
              </a:spcAft>
              <a:buSzPts val="2000"/>
              <a:buChar char="–"/>
              <a:defRPr sz="2000"/>
            </a:lvl2pPr>
            <a:lvl3pPr indent="-342900" lvl="2" marL="1371600" algn="l">
              <a:lnSpc>
                <a:spcPct val="100000"/>
              </a:lnSpc>
              <a:spcBef>
                <a:spcPts val="1200"/>
              </a:spcBef>
              <a:spcAft>
                <a:spcPts val="0"/>
              </a:spcAft>
              <a:buSzPts val="1800"/>
              <a:buChar char="•"/>
              <a:defRPr sz="1800"/>
            </a:lvl3pPr>
            <a:lvl4pPr indent="-330200" lvl="3" marL="1828800" algn="l">
              <a:lnSpc>
                <a:spcPct val="100000"/>
              </a:lnSpc>
              <a:spcBef>
                <a:spcPts val="1200"/>
              </a:spcBef>
              <a:spcAft>
                <a:spcPts val="0"/>
              </a:spcAft>
              <a:buSzPts val="1600"/>
              <a:buChar char="–"/>
              <a:defRPr sz="1600"/>
            </a:lvl4pPr>
            <a:lvl5pPr indent="-330200" lvl="4" marL="2286000" algn="l">
              <a:lnSpc>
                <a:spcPct val="100000"/>
              </a:lnSpc>
              <a:spcBef>
                <a:spcPts val="1200"/>
              </a:spcBef>
              <a:spcAft>
                <a:spcPts val="0"/>
              </a:spcAft>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22" name="Shape 422"/>
        <p:cNvGrpSpPr/>
        <p:nvPr/>
      </p:nvGrpSpPr>
      <p:grpSpPr>
        <a:xfrm>
          <a:off x="0" y="0"/>
          <a:ext cx="0" cy="0"/>
          <a:chOff x="0" y="0"/>
          <a:chExt cx="0" cy="0"/>
        </a:xfrm>
      </p:grpSpPr>
      <p:sp>
        <p:nvSpPr>
          <p:cNvPr id="423" name="Google Shape;423;p76"/>
          <p:cNvSpPr/>
          <p:nvPr/>
        </p:nvSpPr>
        <p:spPr>
          <a:xfrm>
            <a:off x="5814060" y="0"/>
            <a:ext cx="3131700" cy="3375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4" name="Google Shape;424;p76"/>
          <p:cNvSpPr/>
          <p:nvPr/>
        </p:nvSpPr>
        <p:spPr>
          <a:xfrm>
            <a:off x="9060180" y="0"/>
            <a:ext cx="3131700" cy="3375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5" name="Google Shape;425;p76"/>
          <p:cNvSpPr/>
          <p:nvPr/>
        </p:nvSpPr>
        <p:spPr>
          <a:xfrm>
            <a:off x="5814060" y="3482386"/>
            <a:ext cx="3131700" cy="3375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6" name="Google Shape;426;p76"/>
          <p:cNvSpPr/>
          <p:nvPr/>
        </p:nvSpPr>
        <p:spPr>
          <a:xfrm>
            <a:off x="9060180" y="3482386"/>
            <a:ext cx="3131700" cy="33756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7" name="Google Shape;427;p76"/>
          <p:cNvSpPr/>
          <p:nvPr/>
        </p:nvSpPr>
        <p:spPr>
          <a:xfrm>
            <a:off x="0" y="0"/>
            <a:ext cx="5814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28" name="Google Shape;428;p76"/>
          <p:cNvSpPr txBox="1"/>
          <p:nvPr>
            <p:ph type="title"/>
          </p:nvPr>
        </p:nvSpPr>
        <p:spPr>
          <a:xfrm>
            <a:off x="609600" y="851624"/>
            <a:ext cx="45264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9" name="Google Shape;429;p76"/>
          <p:cNvSpPr txBox="1"/>
          <p:nvPr>
            <p:ph idx="1" type="body"/>
          </p:nvPr>
        </p:nvSpPr>
        <p:spPr>
          <a:xfrm>
            <a:off x="609600" y="2293938"/>
            <a:ext cx="4526400" cy="3063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0" name="Google Shape;430;p76"/>
          <p:cNvSpPr txBox="1"/>
          <p:nvPr>
            <p:ph idx="2" type="body"/>
          </p:nvPr>
        </p:nvSpPr>
        <p:spPr>
          <a:xfrm>
            <a:off x="6096000" y="162337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1" name="Google Shape;431;p76"/>
          <p:cNvSpPr txBox="1"/>
          <p:nvPr>
            <p:ph idx="3" type="body"/>
          </p:nvPr>
        </p:nvSpPr>
        <p:spPr>
          <a:xfrm>
            <a:off x="9319260" y="162337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2" name="Google Shape;432;p76"/>
          <p:cNvSpPr txBox="1"/>
          <p:nvPr>
            <p:ph idx="4" type="body"/>
          </p:nvPr>
        </p:nvSpPr>
        <p:spPr>
          <a:xfrm>
            <a:off x="6096000" y="512095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3" name="Google Shape;433;p76"/>
          <p:cNvSpPr txBox="1"/>
          <p:nvPr>
            <p:ph idx="5" type="body"/>
          </p:nvPr>
        </p:nvSpPr>
        <p:spPr>
          <a:xfrm>
            <a:off x="9319260" y="5120958"/>
            <a:ext cx="2507100" cy="1462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a:solidFill>
                  <a:schemeClr val="lt1"/>
                </a:solidFill>
              </a:defRPr>
            </a:lvl1pPr>
            <a:lvl2pPr indent="-228600" lvl="1" marL="914400" algn="l">
              <a:lnSpc>
                <a:spcPct val="100000"/>
              </a:lnSpc>
              <a:spcBef>
                <a:spcPts val="1200"/>
              </a:spcBef>
              <a:spcAft>
                <a:spcPts val="0"/>
              </a:spcAft>
              <a:buSzPts val="2000"/>
              <a:buNone/>
              <a:defRPr>
                <a:solidFill>
                  <a:schemeClr val="lt1"/>
                </a:solidFill>
              </a:defRPr>
            </a:lvl2pPr>
            <a:lvl3pPr indent="-228600" lvl="2" marL="1371600" algn="l">
              <a:lnSpc>
                <a:spcPct val="100000"/>
              </a:lnSpc>
              <a:spcBef>
                <a:spcPts val="1200"/>
              </a:spcBef>
              <a:spcAft>
                <a:spcPts val="0"/>
              </a:spcAft>
              <a:buSzPts val="1800"/>
              <a:buNone/>
              <a:defRPr>
                <a:solidFill>
                  <a:schemeClr val="lt1"/>
                </a:solidFill>
              </a:defRPr>
            </a:lvl3pPr>
            <a:lvl4pPr indent="-228600" lvl="3" marL="1828800" algn="l">
              <a:lnSpc>
                <a:spcPct val="100000"/>
              </a:lnSpc>
              <a:spcBef>
                <a:spcPts val="1200"/>
              </a:spcBef>
              <a:spcAft>
                <a:spcPts val="0"/>
              </a:spcAft>
              <a:buSzPts val="1600"/>
              <a:buNone/>
              <a:defRPr>
                <a:solidFill>
                  <a:schemeClr val="lt1"/>
                </a:solidFill>
              </a:defRPr>
            </a:lvl4pPr>
            <a:lvl5pPr indent="-228600" lvl="4" marL="2286000" algn="l">
              <a:lnSpc>
                <a:spcPct val="100000"/>
              </a:lnSpc>
              <a:spcBef>
                <a:spcPts val="1200"/>
              </a:spcBef>
              <a:spcAft>
                <a:spcPts val="0"/>
              </a:spcAft>
              <a:buSzPts val="16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A close up of a sign&#10;&#10;Description automatically generated" id="434" name="Google Shape;434;p76"/>
          <p:cNvPicPr preferRelativeResize="0"/>
          <p:nvPr/>
        </p:nvPicPr>
        <p:blipFill rotWithShape="1">
          <a:blip r:embed="rId2">
            <a:alphaModFix/>
          </a:blip>
          <a:srcRect b="0" l="0" r="0" t="0"/>
          <a:stretch/>
        </p:blipFill>
        <p:spPr>
          <a:xfrm>
            <a:off x="537207" y="5897410"/>
            <a:ext cx="1077470" cy="569977"/>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OP">
  <p:cSld name="STOP">
    <p:spTree>
      <p:nvGrpSpPr>
        <p:cNvPr id="435" name="Shape 435"/>
        <p:cNvGrpSpPr/>
        <p:nvPr/>
      </p:nvGrpSpPr>
      <p:grpSpPr>
        <a:xfrm>
          <a:off x="0" y="0"/>
          <a:ext cx="0" cy="0"/>
          <a:chOff x="0" y="0"/>
          <a:chExt cx="0" cy="0"/>
        </a:xfrm>
      </p:grpSpPr>
      <p:sp>
        <p:nvSpPr>
          <p:cNvPr id="436" name="Google Shape;436;p77"/>
          <p:cNvSpPr/>
          <p:nvPr/>
        </p:nvSpPr>
        <p:spPr>
          <a:xfrm>
            <a:off x="0" y="0"/>
            <a:ext cx="12192000" cy="685800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Arial"/>
              <a:ea typeface="Arial"/>
              <a:cs typeface="Arial"/>
              <a:sym typeface="Arial"/>
            </a:endParaRPr>
          </a:p>
        </p:txBody>
      </p:sp>
      <p:sp>
        <p:nvSpPr>
          <p:cNvPr id="437" name="Google Shape;437;p77"/>
          <p:cNvSpPr/>
          <p:nvPr/>
        </p:nvSpPr>
        <p:spPr>
          <a:xfrm>
            <a:off x="660400" y="1705451"/>
            <a:ext cx="10871100" cy="3447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3800"/>
              <a:buFont typeface="Arial"/>
              <a:buNone/>
            </a:pPr>
            <a:r>
              <a:rPr b="0" i="0" lang="en-US" sz="13800" u="none" cap="none" strike="noStrike">
                <a:solidFill>
                  <a:srgbClr val="FFFFFF"/>
                </a:solidFill>
                <a:latin typeface="Arial"/>
                <a:ea typeface="Arial"/>
                <a:cs typeface="Arial"/>
                <a:sym typeface="Arial"/>
              </a:rPr>
              <a:t>STOP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4000"/>
              <a:buFont typeface="Arial"/>
              <a:buNone/>
            </a:pPr>
            <a:r>
              <a:rPr b="0" i="0" lang="en-US" sz="4000" u="none" cap="none" strike="noStrike">
                <a:solidFill>
                  <a:srgbClr val="FFFFFF"/>
                </a:solidFill>
                <a:latin typeface="Arial"/>
                <a:ea typeface="Arial"/>
                <a:cs typeface="Arial"/>
                <a:sym typeface="Arial"/>
              </a:rPr>
              <a:t> Do not use layouts that come after this slide.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4000"/>
              <a:buFont typeface="Arial"/>
              <a:buNone/>
            </a:pPr>
            <a:r>
              <a:rPr b="0" i="0" lang="en-US" sz="4000" u="none" cap="none" strike="noStrike">
                <a:solidFill>
                  <a:srgbClr val="FFFFFF"/>
                </a:solidFill>
                <a:latin typeface="Arial"/>
                <a:ea typeface="Arial"/>
                <a:cs typeface="Arial"/>
                <a:sym typeface="Arial"/>
              </a:rPr>
              <a:t>They are not approved for template use.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_Half Image">
  <p:cSld name="1_Text_Half Image">
    <p:spTree>
      <p:nvGrpSpPr>
        <p:cNvPr id="438" name="Shape 438"/>
        <p:cNvGrpSpPr/>
        <p:nvPr/>
      </p:nvGrpSpPr>
      <p:grpSpPr>
        <a:xfrm>
          <a:off x="0" y="0"/>
          <a:ext cx="0" cy="0"/>
          <a:chOff x="0" y="0"/>
          <a:chExt cx="0" cy="0"/>
        </a:xfrm>
      </p:grpSpPr>
      <p:sp>
        <p:nvSpPr>
          <p:cNvPr id="439" name="Google Shape;439;p78"/>
          <p:cNvSpPr txBox="1"/>
          <p:nvPr>
            <p:ph type="title"/>
          </p:nvPr>
        </p:nvSpPr>
        <p:spPr>
          <a:xfrm>
            <a:off x="609600" y="283464"/>
            <a:ext cx="49986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3600"/>
              <a:buNone/>
              <a:defRPr b="1" sz="3600" cap="none">
                <a:solidFill>
                  <a:schemeClr val="lt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0" name="Google Shape;440;p78"/>
          <p:cNvSpPr txBox="1"/>
          <p:nvPr>
            <p:ph idx="1" type="body"/>
          </p:nvPr>
        </p:nvSpPr>
        <p:spPr>
          <a:xfrm>
            <a:off x="609600" y="1600200"/>
            <a:ext cx="4998600" cy="43815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1200"/>
              </a:spcBef>
              <a:spcAft>
                <a:spcPts val="0"/>
              </a:spcAft>
              <a:buSzPts val="2400"/>
              <a:buChar char="•"/>
              <a:defRPr/>
            </a:lvl1pPr>
            <a:lvl2pPr indent="-355600" lvl="1" marL="914400" algn="l">
              <a:lnSpc>
                <a:spcPct val="100000"/>
              </a:lnSpc>
              <a:spcBef>
                <a:spcPts val="1200"/>
              </a:spcBef>
              <a:spcAft>
                <a:spcPts val="0"/>
              </a:spcAft>
              <a:buSzPts val="2000"/>
              <a:buChar char="–"/>
              <a:defRPr/>
            </a:lvl2pPr>
            <a:lvl3pPr indent="-342900" lvl="2" marL="1371600" algn="l">
              <a:lnSpc>
                <a:spcPct val="100000"/>
              </a:lnSpc>
              <a:spcBef>
                <a:spcPts val="1200"/>
              </a:spcBef>
              <a:spcAft>
                <a:spcPts val="0"/>
              </a:spcAft>
              <a:buSzPts val="1800"/>
              <a:buChar char="•"/>
              <a:defRPr/>
            </a:lvl3pPr>
            <a:lvl4pPr indent="-330200" lvl="3" marL="1828800" algn="l">
              <a:lnSpc>
                <a:spcPct val="100000"/>
              </a:lnSpc>
              <a:spcBef>
                <a:spcPts val="1200"/>
              </a:spcBef>
              <a:spcAft>
                <a:spcPts val="0"/>
              </a:spcAft>
              <a:buSzPts val="1600"/>
              <a:buChar char="–"/>
              <a:defRPr/>
            </a:lvl4pPr>
            <a:lvl5pPr indent="-330200" lvl="4" marL="2286000" algn="l">
              <a:lnSpc>
                <a:spcPct val="100000"/>
              </a:lnSpc>
              <a:spcBef>
                <a:spcPts val="1200"/>
              </a:spcBef>
              <a:spcAft>
                <a:spcPts val="0"/>
              </a:spcAft>
              <a:buSzPts val="16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441" name="Google Shape;441;p78"/>
          <p:cNvSpPr/>
          <p:nvPr>
            <p:ph idx="2" type="pic"/>
          </p:nvPr>
        </p:nvSpPr>
        <p:spPr>
          <a:xfrm>
            <a:off x="6096000" y="0"/>
            <a:ext cx="6096000" cy="6858000"/>
          </a:xfrm>
          <a:prstGeom prst="rect">
            <a:avLst/>
          </a:prstGeom>
          <a:noFill/>
          <a:ln>
            <a:noFill/>
          </a:ln>
        </p:spPr>
      </p:sp>
      <p:pic>
        <p:nvPicPr>
          <p:cNvPr id="442" name="Google Shape;442;p78"/>
          <p:cNvPicPr preferRelativeResize="0"/>
          <p:nvPr/>
        </p:nvPicPr>
        <p:blipFill rotWithShape="1">
          <a:blip r:embed="rId2">
            <a:alphaModFix/>
          </a:blip>
          <a:srcRect b="0" l="0" r="0" t="0"/>
          <a:stretch/>
        </p:blipFill>
        <p:spPr>
          <a:xfrm rot="5400000">
            <a:off x="4944427" y="5033963"/>
            <a:ext cx="2927985" cy="441960"/>
          </a:xfrm>
          <a:prstGeom prst="rect">
            <a:avLst/>
          </a:prstGeom>
          <a:noFill/>
          <a:ln>
            <a:noFill/>
          </a:ln>
        </p:spPr>
      </p:pic>
    </p:spTree>
  </p:cSld>
  <p:clrMapOvr>
    <a:masterClrMapping/>
  </p:clrMapOvr>
  <p:extLst>
    <p:ext uri="{DCECCB84-F9BA-43D5-87BE-67443E8EF086}">
      <p15:sldGuideLst>
        <p15:guide id="1" orient="horz" pos="1221">
          <p15:clr>
            <a:srgbClr val="FBAE40"/>
          </p15:clr>
        </p15:guide>
        <p15:guide id="2" pos="38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3" name="Shape 443"/>
        <p:cNvGrpSpPr/>
        <p:nvPr/>
      </p:nvGrpSpPr>
      <p:grpSpPr>
        <a:xfrm>
          <a:off x="0" y="0"/>
          <a:ext cx="0" cy="0"/>
          <a:chOff x="0" y="0"/>
          <a:chExt cx="0" cy="0"/>
        </a:xfrm>
      </p:grpSpPr>
      <p:sp>
        <p:nvSpPr>
          <p:cNvPr id="444" name="Google Shape;444;p79"/>
          <p:cNvSpPr txBox="1"/>
          <p:nvPr>
            <p:ph type="title"/>
          </p:nvPr>
        </p:nvSpPr>
        <p:spPr>
          <a:xfrm>
            <a:off x="415600" y="593367"/>
            <a:ext cx="11360700" cy="763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5" name="Google Shape;445;p79"/>
          <p:cNvSpPr txBox="1"/>
          <p:nvPr>
            <p:ph idx="1" type="body"/>
          </p:nvPr>
        </p:nvSpPr>
        <p:spPr>
          <a:xfrm>
            <a:off x="415600" y="1536633"/>
            <a:ext cx="11360700" cy="45552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200"/>
              </a:spcBef>
              <a:spcAft>
                <a:spcPts val="0"/>
              </a:spcAft>
              <a:buSzPts val="2400"/>
              <a:buChar char="•"/>
              <a:defRPr/>
            </a:lvl1pPr>
            <a:lvl2pPr indent="-355600" lvl="1" marL="914400" algn="l">
              <a:lnSpc>
                <a:spcPct val="100000"/>
              </a:lnSpc>
              <a:spcBef>
                <a:spcPts val="1200"/>
              </a:spcBef>
              <a:spcAft>
                <a:spcPts val="0"/>
              </a:spcAft>
              <a:buSzPts val="2000"/>
              <a:buChar char="–"/>
              <a:defRPr/>
            </a:lvl2pPr>
            <a:lvl3pPr indent="-342900" lvl="2" marL="1371600" algn="l">
              <a:lnSpc>
                <a:spcPct val="100000"/>
              </a:lnSpc>
              <a:spcBef>
                <a:spcPts val="1200"/>
              </a:spcBef>
              <a:spcAft>
                <a:spcPts val="0"/>
              </a:spcAft>
              <a:buSzPts val="1800"/>
              <a:buChar char="•"/>
              <a:defRPr/>
            </a:lvl3pPr>
            <a:lvl4pPr indent="-330200" lvl="3" marL="1828800" algn="l">
              <a:lnSpc>
                <a:spcPct val="100000"/>
              </a:lnSpc>
              <a:spcBef>
                <a:spcPts val="1200"/>
              </a:spcBef>
              <a:spcAft>
                <a:spcPts val="0"/>
              </a:spcAft>
              <a:buSzPts val="1600"/>
              <a:buChar char="–"/>
              <a:defRPr/>
            </a:lvl4pPr>
            <a:lvl5pPr indent="-330200" lvl="4" marL="2286000" algn="l">
              <a:lnSpc>
                <a:spcPct val="100000"/>
              </a:lnSpc>
              <a:spcBef>
                <a:spcPts val="1200"/>
              </a:spcBef>
              <a:spcAft>
                <a:spcPts val="0"/>
              </a:spcAft>
              <a:buSzPts val="16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446" name="Google Shape;446;p7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7" name="Shape 447"/>
        <p:cNvGrpSpPr/>
        <p:nvPr/>
      </p:nvGrpSpPr>
      <p:grpSpPr>
        <a:xfrm>
          <a:off x="0" y="0"/>
          <a:ext cx="0" cy="0"/>
          <a:chOff x="0" y="0"/>
          <a:chExt cx="0" cy="0"/>
        </a:xfrm>
      </p:grpSpPr>
      <p:sp>
        <p:nvSpPr>
          <p:cNvPr id="448" name="Google Shape;448;p8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49" name="Google Shape;449;p8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6.xml"/><Relationship Id="rId22" Type="http://schemas.openxmlformats.org/officeDocument/2006/relationships/slideLayout" Target="../slideLayouts/slideLayout48.xml"/><Relationship Id="rId21" Type="http://schemas.openxmlformats.org/officeDocument/2006/relationships/slideLayout" Target="../slideLayouts/slideLayout47.xml"/><Relationship Id="rId24" Type="http://schemas.openxmlformats.org/officeDocument/2006/relationships/slideLayout" Target="../slideLayouts/slideLayout50.xml"/><Relationship Id="rId23" Type="http://schemas.openxmlformats.org/officeDocument/2006/relationships/slideLayout" Target="../slideLayouts/slideLayout49.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25" Type="http://schemas.openxmlformats.org/officeDocument/2006/relationships/theme" Target="../theme/theme1.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3" Type="http://schemas.openxmlformats.org/officeDocument/2006/relationships/slideLayout" Target="../slideLayouts/slideLayout39.xml"/><Relationship Id="rId12" Type="http://schemas.openxmlformats.org/officeDocument/2006/relationships/slideLayout" Target="../slideLayouts/slideLayout38.xml"/><Relationship Id="rId15" Type="http://schemas.openxmlformats.org/officeDocument/2006/relationships/slideLayout" Target="../slideLayouts/slideLayout41.xml"/><Relationship Id="rId14" Type="http://schemas.openxmlformats.org/officeDocument/2006/relationships/slideLayout" Target="../slideLayouts/slideLayout40.xml"/><Relationship Id="rId17" Type="http://schemas.openxmlformats.org/officeDocument/2006/relationships/slideLayout" Target="../slideLayouts/slideLayout43.xml"/><Relationship Id="rId16" Type="http://schemas.openxmlformats.org/officeDocument/2006/relationships/slideLayout" Target="../slideLayouts/slideLayout42.xml"/><Relationship Id="rId19" Type="http://schemas.openxmlformats.org/officeDocument/2006/relationships/slideLayout" Target="../slideLayouts/slideLayout45.xml"/><Relationship Id="rId18"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70.xml"/><Relationship Id="rId22" Type="http://schemas.openxmlformats.org/officeDocument/2006/relationships/slideLayout" Target="../slideLayouts/slideLayout72.xml"/><Relationship Id="rId21" Type="http://schemas.openxmlformats.org/officeDocument/2006/relationships/slideLayout" Target="../slideLayouts/slideLayout71.xml"/><Relationship Id="rId24" Type="http://schemas.openxmlformats.org/officeDocument/2006/relationships/slideLayout" Target="../slideLayouts/slideLayout74.xml"/><Relationship Id="rId23" Type="http://schemas.openxmlformats.org/officeDocument/2006/relationships/slideLayout" Target="../slideLayouts/slideLayout73.xml"/><Relationship Id="rId1" Type="http://schemas.openxmlformats.org/officeDocument/2006/relationships/slideLayout" Target="../slideLayouts/slideLayout51.xml"/><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9" Type="http://schemas.openxmlformats.org/officeDocument/2006/relationships/slideLayout" Target="../slideLayouts/slideLayout59.xml"/><Relationship Id="rId26" Type="http://schemas.openxmlformats.org/officeDocument/2006/relationships/slideLayout" Target="../slideLayouts/slideLayout76.xml"/><Relationship Id="rId25" Type="http://schemas.openxmlformats.org/officeDocument/2006/relationships/slideLayout" Target="../slideLayouts/slideLayout75.xml"/><Relationship Id="rId28" Type="http://schemas.openxmlformats.org/officeDocument/2006/relationships/theme" Target="../theme/theme3.xml"/><Relationship Id="rId27" Type="http://schemas.openxmlformats.org/officeDocument/2006/relationships/slideLayout" Target="../slideLayouts/slideLayout77.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5" Type="http://schemas.openxmlformats.org/officeDocument/2006/relationships/slideLayout" Target="../slideLayouts/slideLayout65.xml"/><Relationship Id="rId14" Type="http://schemas.openxmlformats.org/officeDocument/2006/relationships/slideLayout" Target="../slideLayouts/slideLayout64.xml"/><Relationship Id="rId17" Type="http://schemas.openxmlformats.org/officeDocument/2006/relationships/slideLayout" Target="../slideLayouts/slideLayout67.xml"/><Relationship Id="rId16" Type="http://schemas.openxmlformats.org/officeDocument/2006/relationships/slideLayout" Target="../slideLayouts/slideLayout66.xml"/><Relationship Id="rId19" Type="http://schemas.openxmlformats.org/officeDocument/2006/relationships/slideLayout" Target="../slideLayouts/slideLayout69.xml"/><Relationship Id="rId18"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 name="Shape 7"/>
        <p:cNvGrpSpPr/>
        <p:nvPr/>
      </p:nvGrpSpPr>
      <p:grpSpPr>
        <a:xfrm>
          <a:off x="0" y="0"/>
          <a:ext cx="0" cy="0"/>
          <a:chOff x="0" y="0"/>
          <a:chExt cx="0" cy="0"/>
        </a:xfrm>
      </p:grpSpPr>
      <p:sp>
        <p:nvSpPr>
          <p:cNvPr id="8" name="Google Shape;8;p25"/>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2"/>
              </a:buClr>
              <a:buSzPts val="3600"/>
              <a:buFont typeface="Arial"/>
              <a:buNone/>
              <a:defRPr b="1" i="0" sz="36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25"/>
          <p:cNvSpPr txBox="1"/>
          <p:nvPr>
            <p:ph idx="1" type="body"/>
          </p:nvPr>
        </p:nvSpPr>
        <p:spPr>
          <a:xfrm>
            <a:off x="609600" y="1600202"/>
            <a:ext cx="10972800" cy="41004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0" name="Google Shape;10;p25"/>
          <p:cNvSpPr txBox="1"/>
          <p:nvPr/>
        </p:nvSpPr>
        <p:spPr>
          <a:xfrm>
            <a:off x="-96455" y="6336582"/>
            <a:ext cx="706200" cy="2616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
        <p:nvSpPr>
          <p:cNvPr id="11" name="Google Shape;11;p25"/>
          <p:cNvSpPr txBox="1"/>
          <p:nvPr/>
        </p:nvSpPr>
        <p:spPr>
          <a:xfrm>
            <a:off x="626147" y="6336582"/>
            <a:ext cx="3867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Coaching: EKSPRESI</a:t>
            </a:r>
            <a:endParaRPr b="0" i="0" sz="1100" u="none" cap="none" strike="noStrike">
              <a:solidFill>
                <a:schemeClr val="dk1"/>
              </a:solidFill>
              <a:latin typeface="Arial"/>
              <a:ea typeface="Arial"/>
              <a:cs typeface="Arial"/>
              <a:sym typeface="Arial"/>
            </a:endParaRPr>
          </a:p>
        </p:txBody>
      </p:sp>
      <p:cxnSp>
        <p:nvCxnSpPr>
          <p:cNvPr id="12" name="Google Shape;12;p25"/>
          <p:cNvCxnSpPr/>
          <p:nvPr/>
        </p:nvCxnSpPr>
        <p:spPr>
          <a:xfrm>
            <a:off x="613035" y="6336582"/>
            <a:ext cx="0" cy="261600"/>
          </a:xfrm>
          <a:prstGeom prst="straightConnector1">
            <a:avLst/>
          </a:prstGeom>
          <a:noFill/>
          <a:ln cap="flat" cmpd="sng" w="12700">
            <a:solidFill>
              <a:schemeClr val="dk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33"/>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2"/>
              </a:buClr>
              <a:buSzPts val="3600"/>
              <a:buFont typeface="Arial"/>
              <a:buNone/>
              <a:defRPr b="1" i="0" sz="36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8" name="Google Shape;158;p33"/>
          <p:cNvSpPr txBox="1"/>
          <p:nvPr>
            <p:ph idx="1" type="body"/>
          </p:nvPr>
        </p:nvSpPr>
        <p:spPr>
          <a:xfrm>
            <a:off x="609600" y="1600202"/>
            <a:ext cx="10972800" cy="41004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59" name="Google Shape;159;p33"/>
          <p:cNvSpPr txBox="1"/>
          <p:nvPr/>
        </p:nvSpPr>
        <p:spPr>
          <a:xfrm>
            <a:off x="-96455" y="6336582"/>
            <a:ext cx="706200" cy="2616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
        <p:nvSpPr>
          <p:cNvPr id="160" name="Google Shape;160;p33"/>
          <p:cNvSpPr txBox="1"/>
          <p:nvPr/>
        </p:nvSpPr>
        <p:spPr>
          <a:xfrm>
            <a:off x="626146" y="6336582"/>
            <a:ext cx="54699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Siklus Peningkatan Pembelajaran</a:t>
            </a:r>
            <a:endParaRPr b="0" i="0" sz="1400" u="none" cap="none" strike="noStrike">
              <a:solidFill>
                <a:srgbClr val="000000"/>
              </a:solidFill>
              <a:latin typeface="Arial"/>
              <a:ea typeface="Arial"/>
              <a:cs typeface="Arial"/>
              <a:sym typeface="Arial"/>
            </a:endParaRPr>
          </a:p>
        </p:txBody>
      </p:sp>
      <p:cxnSp>
        <p:nvCxnSpPr>
          <p:cNvPr id="161" name="Google Shape;161;p33"/>
          <p:cNvCxnSpPr/>
          <p:nvPr/>
        </p:nvCxnSpPr>
        <p:spPr>
          <a:xfrm>
            <a:off x="613035" y="6336582"/>
            <a:ext cx="0" cy="261600"/>
          </a:xfrm>
          <a:prstGeom prst="straightConnector1">
            <a:avLst/>
          </a:prstGeom>
          <a:noFill/>
          <a:ln cap="flat" cmpd="sng" w="12700">
            <a:solidFill>
              <a:schemeClr val="dk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sp>
        <p:nvSpPr>
          <p:cNvPr id="293" name="Google Shape;293;p35"/>
          <p:cNvSpPr txBox="1"/>
          <p:nvPr>
            <p:ph type="title"/>
          </p:nvPr>
        </p:nvSpPr>
        <p:spPr>
          <a:xfrm>
            <a:off x="609600" y="280124"/>
            <a:ext cx="10972800" cy="11430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2"/>
              </a:buClr>
              <a:buSzPts val="3600"/>
              <a:buFont typeface="Arial"/>
              <a:buNone/>
              <a:defRPr b="1" i="0" sz="36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4" name="Google Shape;294;p35"/>
          <p:cNvSpPr txBox="1"/>
          <p:nvPr>
            <p:ph idx="1" type="body"/>
          </p:nvPr>
        </p:nvSpPr>
        <p:spPr>
          <a:xfrm>
            <a:off x="609600" y="1600202"/>
            <a:ext cx="10972800" cy="41004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12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12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120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120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95" name="Google Shape;295;p35"/>
          <p:cNvSpPr txBox="1"/>
          <p:nvPr/>
        </p:nvSpPr>
        <p:spPr>
          <a:xfrm>
            <a:off x="-96455" y="6336582"/>
            <a:ext cx="706200" cy="2616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
        <p:nvSpPr>
          <p:cNvPr id="296" name="Google Shape;296;p35"/>
          <p:cNvSpPr txBox="1"/>
          <p:nvPr/>
        </p:nvSpPr>
        <p:spPr>
          <a:xfrm>
            <a:off x="626147" y="6336582"/>
            <a:ext cx="38670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Program STIR/ YBPU</a:t>
            </a:r>
            <a:endParaRPr b="0" i="0" sz="1400" u="none" cap="none" strike="noStrike">
              <a:solidFill>
                <a:srgbClr val="000000"/>
              </a:solidFill>
              <a:latin typeface="Arial"/>
              <a:ea typeface="Arial"/>
              <a:cs typeface="Arial"/>
              <a:sym typeface="Arial"/>
            </a:endParaRPr>
          </a:p>
        </p:txBody>
      </p:sp>
      <p:cxnSp>
        <p:nvCxnSpPr>
          <p:cNvPr id="297" name="Google Shape;297;p35"/>
          <p:cNvCxnSpPr/>
          <p:nvPr/>
        </p:nvCxnSpPr>
        <p:spPr>
          <a:xfrm>
            <a:off x="613035" y="6336582"/>
            <a:ext cx="0" cy="261600"/>
          </a:xfrm>
          <a:prstGeom prst="straightConnector1">
            <a:avLst/>
          </a:prstGeom>
          <a:noFill/>
          <a:ln cap="flat" cmpd="sng" w="12700">
            <a:solidFill>
              <a:schemeClr val="dk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png"/><Relationship Id="rId4" Type="http://schemas.openxmlformats.org/officeDocument/2006/relationships/image" Target="../media/image19.png"/><Relationship Id="rId5" Type="http://schemas.openxmlformats.org/officeDocument/2006/relationships/image" Target="../media/image25.png"/><Relationship Id="rId6" Type="http://schemas.openxmlformats.org/officeDocument/2006/relationships/image" Target="../media/image2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3.jpg"/><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24.png"/><Relationship Id="rId6"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image" Target="../media/image41.png"/><Relationship Id="rId6" Type="http://schemas.openxmlformats.org/officeDocument/2006/relationships/image" Target="../media/image3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43.png"/><Relationship Id="rId7"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6.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jpg"/><Relationship Id="rId4" Type="http://schemas.openxmlformats.org/officeDocument/2006/relationships/image" Target="../media/image26.png"/><Relationship Id="rId5"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 Id="rId3" Type="http://schemas.openxmlformats.org/officeDocument/2006/relationships/image" Target="../media/image48.jp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
          <p:cNvSpPr txBox="1"/>
          <p:nvPr>
            <p:ph type="title"/>
          </p:nvPr>
        </p:nvSpPr>
        <p:spPr>
          <a:xfrm>
            <a:off x="609600" y="4343675"/>
            <a:ext cx="10759200" cy="1143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6600"/>
              <a:buFont typeface="Arial"/>
              <a:buNone/>
            </a:pPr>
            <a:r>
              <a:rPr lang="en-US" sz="6000">
                <a:solidFill>
                  <a:srgbClr val="004890"/>
                </a:solidFill>
              </a:rPr>
              <a:t>FOKUS UNTUK KEPALA SEKOLAH: </a:t>
            </a:r>
            <a:endParaRPr sz="6000">
              <a:solidFill>
                <a:srgbClr val="004890"/>
              </a:solidFill>
            </a:endParaRPr>
          </a:p>
          <a:p>
            <a:pPr indent="0" lvl="0" marL="0" rtl="0" algn="l">
              <a:lnSpc>
                <a:spcPct val="90000"/>
              </a:lnSpc>
              <a:spcBef>
                <a:spcPts val="0"/>
              </a:spcBef>
              <a:spcAft>
                <a:spcPts val="0"/>
              </a:spcAft>
              <a:buClr>
                <a:schemeClr val="dk2"/>
              </a:buClr>
              <a:buSzPts val="6600"/>
              <a:buFont typeface="Arial"/>
              <a:buNone/>
            </a:pPr>
            <a:r>
              <a:rPr i="1" lang="en-US" sz="4000">
                <a:solidFill>
                  <a:srgbClr val="004890"/>
                </a:solidFill>
              </a:rPr>
              <a:t>COACHING </a:t>
            </a:r>
            <a:endParaRPr i="1">
              <a:solidFill>
                <a:srgbClr val="004890"/>
              </a:solidFill>
            </a:endParaRPr>
          </a:p>
        </p:txBody>
      </p:sp>
      <p:sp>
        <p:nvSpPr>
          <p:cNvPr id="455" name="Google Shape;455;p1"/>
          <p:cNvSpPr txBox="1"/>
          <p:nvPr>
            <p:ph idx="1" type="body"/>
          </p:nvPr>
        </p:nvSpPr>
        <p:spPr>
          <a:xfrm>
            <a:off x="660848" y="2619775"/>
            <a:ext cx="10338300" cy="9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rPr b="1" lang="en-US" sz="3100">
                <a:solidFill>
                  <a:srgbClr val="B56639"/>
                </a:solidFill>
              </a:rPr>
              <a:t>SESI 3  </a:t>
            </a:r>
            <a:endParaRPr b="1" sz="3100">
              <a:solidFill>
                <a:srgbClr val="B56639"/>
              </a:solidFill>
            </a:endParaRPr>
          </a:p>
        </p:txBody>
      </p:sp>
      <p:pic>
        <p:nvPicPr>
          <p:cNvPr id="456" name="Google Shape;456;p1" title="Bakti Barito Logo_Colour.png"/>
          <p:cNvPicPr preferRelativeResize="0"/>
          <p:nvPr/>
        </p:nvPicPr>
        <p:blipFill rotWithShape="1">
          <a:blip r:embed="rId3">
            <a:alphaModFix/>
          </a:blip>
          <a:srcRect b="0" l="0" r="0" t="0"/>
          <a:stretch/>
        </p:blipFill>
        <p:spPr>
          <a:xfrm>
            <a:off x="6161900" y="711375"/>
            <a:ext cx="2111452" cy="822724"/>
          </a:xfrm>
          <a:prstGeom prst="rect">
            <a:avLst/>
          </a:prstGeom>
          <a:noFill/>
          <a:ln>
            <a:noFill/>
          </a:ln>
        </p:spPr>
      </p:pic>
      <p:pic>
        <p:nvPicPr>
          <p:cNvPr id="457" name="Google Shape;457;p1" title="Logo YBPU.png"/>
          <p:cNvPicPr preferRelativeResize="0"/>
          <p:nvPr/>
        </p:nvPicPr>
        <p:blipFill rotWithShape="1">
          <a:blip r:embed="rId4">
            <a:alphaModFix/>
          </a:blip>
          <a:srcRect b="0" l="0" r="0" t="0"/>
          <a:stretch/>
        </p:blipFill>
        <p:spPr>
          <a:xfrm>
            <a:off x="8502176" y="525688"/>
            <a:ext cx="1286099" cy="1008401"/>
          </a:xfrm>
          <a:prstGeom prst="rect">
            <a:avLst/>
          </a:prstGeom>
          <a:noFill/>
          <a:ln>
            <a:noFill/>
          </a:ln>
        </p:spPr>
      </p:pic>
      <p:pic>
        <p:nvPicPr>
          <p:cNvPr id="458" name="Google Shape;458;p1" title="STIR_logo.png"/>
          <p:cNvPicPr preferRelativeResize="0"/>
          <p:nvPr/>
        </p:nvPicPr>
        <p:blipFill rotWithShape="1">
          <a:blip r:embed="rId5">
            <a:alphaModFix/>
          </a:blip>
          <a:srcRect b="0" l="0" r="0" t="0"/>
          <a:stretch/>
        </p:blipFill>
        <p:spPr>
          <a:xfrm>
            <a:off x="9940902" y="635175"/>
            <a:ext cx="1558697" cy="822725"/>
          </a:xfrm>
          <a:prstGeom prst="rect">
            <a:avLst/>
          </a:prstGeom>
          <a:noFill/>
          <a:ln>
            <a:noFill/>
          </a:ln>
        </p:spPr>
      </p:pic>
      <p:pic>
        <p:nvPicPr>
          <p:cNvPr descr="Berkas:Lambang Kabupaten Timor Tengah Selatan.jpg - Wikipedia" id="459" name="Google Shape;459;p1"/>
          <p:cNvPicPr preferRelativeResize="0"/>
          <p:nvPr/>
        </p:nvPicPr>
        <p:blipFill rotWithShape="1">
          <a:blip r:embed="rId6">
            <a:alphaModFix/>
          </a:blip>
          <a:srcRect b="0" l="0" r="0" t="0"/>
          <a:stretch/>
        </p:blipFill>
        <p:spPr>
          <a:xfrm>
            <a:off x="762000" y="457200"/>
            <a:ext cx="955072" cy="11429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
          <p:cNvSpPr txBox="1"/>
          <p:nvPr>
            <p:ph idx="1" type="body"/>
          </p:nvPr>
        </p:nvSpPr>
        <p:spPr>
          <a:xfrm>
            <a:off x="1420150" y="2207875"/>
            <a:ext cx="4996800" cy="342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sz="2500">
                <a:extLst>
                  <a:ext uri="http://customooxmlschemas.google.com/">
                    <go:slidesCustomData xmlns:go="http://customooxmlschemas.google.com/" textRoundtripDataId="0"/>
                  </a:ext>
                </a:extLst>
              </a:rPr>
              <a:t>Saya dapat memahami prinsip utama pendekatan </a:t>
            </a:r>
            <a:r>
              <a:rPr i="1" lang="en-US" sz="2500">
                <a:extLst>
                  <a:ext uri="http://customooxmlschemas.google.com/">
                    <go:slidesCustomData xmlns:go="http://customooxmlschemas.google.com/" textRoundtripDataId="1"/>
                  </a:ext>
                </a:extLst>
              </a:rPr>
              <a:t>coaching</a:t>
            </a:r>
            <a:r>
              <a:rPr lang="en-US" sz="2500">
                <a:extLst>
                  <a:ext uri="http://customooxmlschemas.google.com/">
                    <go:slidesCustomData xmlns:go="http://customooxmlschemas.google.com/" textRoundtripDataId="2"/>
                  </a:ext>
                </a:extLst>
              </a:rPr>
              <a:t> </a:t>
            </a:r>
            <a:endParaRPr sz="2500">
              <a:extLst>
                <a:ext uri="http://customooxmlschemas.google.com/">
                  <go:slidesCustomData xmlns:go="http://customooxmlschemas.google.com/" textRoundtripDataId="3"/>
                </a:ext>
              </a:extLst>
            </a:endParaRPr>
          </a:p>
          <a:p>
            <a:pPr indent="0" lvl="0" marL="0" rtl="0" algn="l">
              <a:lnSpc>
                <a:spcPct val="100000"/>
              </a:lnSpc>
              <a:spcBef>
                <a:spcPts val="0"/>
              </a:spcBef>
              <a:spcAft>
                <a:spcPts val="0"/>
              </a:spcAft>
              <a:buSzPts val="1800"/>
              <a:buNone/>
            </a:pPr>
            <a:r>
              <a:t/>
            </a:r>
            <a:endParaRPr sz="2500">
              <a:extLst>
                <a:ext uri="http://customooxmlschemas.google.com/">
                  <go:slidesCustomData xmlns:go="http://customooxmlschemas.google.com/" textRoundtripDataId="4"/>
                </a:ext>
              </a:extLst>
            </a:endParaRPr>
          </a:p>
          <a:p>
            <a:pPr indent="0" lvl="0" marL="0" rtl="0" algn="l">
              <a:lnSpc>
                <a:spcPct val="100000"/>
              </a:lnSpc>
              <a:spcBef>
                <a:spcPts val="0"/>
              </a:spcBef>
              <a:spcAft>
                <a:spcPts val="0"/>
              </a:spcAft>
              <a:buSzPts val="1800"/>
              <a:buNone/>
            </a:pPr>
            <a:r>
              <a:t/>
            </a:r>
            <a:endParaRPr sz="2500">
              <a:extLst>
                <a:ext uri="http://customooxmlschemas.google.com/">
                  <go:slidesCustomData xmlns:go="http://customooxmlschemas.google.com/" textRoundtripDataId="5"/>
                </a:ext>
              </a:extLst>
            </a:endParaRPr>
          </a:p>
          <a:p>
            <a:pPr indent="0" lvl="0" marL="0" rtl="0" algn="l">
              <a:lnSpc>
                <a:spcPct val="100000"/>
              </a:lnSpc>
              <a:spcBef>
                <a:spcPts val="0"/>
              </a:spcBef>
              <a:spcAft>
                <a:spcPts val="0"/>
              </a:spcAft>
              <a:buClr>
                <a:schemeClr val="dk1"/>
              </a:buClr>
              <a:buSzPts val="1100"/>
              <a:buFont typeface="Arial"/>
              <a:buNone/>
            </a:pPr>
            <a:r>
              <a:rPr lang="en-US" sz="2500">
                <a:extLst>
                  <a:ext uri="http://customooxmlschemas.google.com/">
                    <go:slidesCustomData xmlns:go="http://customooxmlschemas.google.com/" textRoundtripDataId="6"/>
                  </a:ext>
                </a:extLst>
              </a:rPr>
              <a:t>Saya dapat menerapkan pendekatan coaching pasca observasi kelas</a:t>
            </a:r>
            <a:endParaRPr i="1" sz="2500"/>
          </a:p>
        </p:txBody>
      </p:sp>
      <p:sp>
        <p:nvSpPr>
          <p:cNvPr id="465" name="Google Shape;465;p6"/>
          <p:cNvSpPr/>
          <p:nvPr/>
        </p:nvSpPr>
        <p:spPr>
          <a:xfrm>
            <a:off x="709050" y="3901525"/>
            <a:ext cx="536400" cy="507600"/>
          </a:xfrm>
          <a:prstGeom prst="roundRect">
            <a:avLst>
              <a:gd fmla="val 16667" name="adj"/>
            </a:avLst>
          </a:prstGeom>
          <a:solidFill>
            <a:srgbClr val="F3F3F3"/>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466" name="Google Shape;466;p6"/>
          <p:cNvSpPr/>
          <p:nvPr/>
        </p:nvSpPr>
        <p:spPr>
          <a:xfrm>
            <a:off x="709050" y="2377525"/>
            <a:ext cx="536400" cy="507600"/>
          </a:xfrm>
          <a:prstGeom prst="roundRect">
            <a:avLst>
              <a:gd fmla="val 16667" name="adj"/>
            </a:avLst>
          </a:prstGeom>
          <a:solidFill>
            <a:srgbClr val="F3F3F3"/>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pic>
        <p:nvPicPr>
          <p:cNvPr id="467" name="Google Shape;467;p6"/>
          <p:cNvPicPr preferRelativeResize="0"/>
          <p:nvPr/>
        </p:nvPicPr>
        <p:blipFill rotWithShape="1">
          <a:blip r:embed="rId3">
            <a:alphaModFix/>
          </a:blip>
          <a:srcRect b="1949" l="32452" r="26075" t="0"/>
          <a:stretch/>
        </p:blipFill>
        <p:spPr>
          <a:xfrm>
            <a:off x="7103967" y="0"/>
            <a:ext cx="5164234" cy="6858000"/>
          </a:xfrm>
          <a:prstGeom prst="rect">
            <a:avLst/>
          </a:prstGeom>
          <a:noFill/>
          <a:ln>
            <a:noFill/>
          </a:ln>
        </p:spPr>
      </p:pic>
      <p:sp>
        <p:nvSpPr>
          <p:cNvPr id="468" name="Google Shape;468;p6"/>
          <p:cNvSpPr txBox="1"/>
          <p:nvPr/>
        </p:nvSpPr>
        <p:spPr>
          <a:xfrm>
            <a:off x="36500" y="88400"/>
            <a:ext cx="1450500" cy="300000"/>
          </a:xfrm>
          <a:prstGeom prst="rect">
            <a:avLst/>
          </a:prstGeom>
          <a:solidFill>
            <a:srgbClr val="004890"/>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469" name="Google Shape;469;p6"/>
          <p:cNvSpPr txBox="1"/>
          <p:nvPr/>
        </p:nvSpPr>
        <p:spPr>
          <a:xfrm>
            <a:off x="179833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470" name="Google Shape;470;p6"/>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471" name="Google Shape;471;p6"/>
          <p:cNvSpPr txBox="1"/>
          <p:nvPr/>
        </p:nvSpPr>
        <p:spPr>
          <a:xfrm>
            <a:off x="5322013"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472" name="Google Shape;472;p6"/>
          <p:cNvSpPr txBox="1"/>
          <p:nvPr/>
        </p:nvSpPr>
        <p:spPr>
          <a:xfrm>
            <a:off x="7083850"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473" name="Google Shape;473;p6"/>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474" name="Google Shape;474;p6"/>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sp>
        <p:nvSpPr>
          <p:cNvPr id="475" name="Google Shape;475;p6"/>
          <p:cNvSpPr txBox="1"/>
          <p:nvPr/>
        </p:nvSpPr>
        <p:spPr>
          <a:xfrm>
            <a:off x="1463200" y="726626"/>
            <a:ext cx="109728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4890"/>
                </a:solidFill>
                <a:latin typeface="Arial"/>
                <a:ea typeface="Arial"/>
                <a:cs typeface="Arial"/>
                <a:sym typeface="Arial"/>
              </a:rPr>
              <a:t>TUJUAN </a:t>
            </a:r>
            <a:endParaRPr b="1" i="0" sz="3600" u="none" cap="none" strike="noStrike">
              <a:solidFill>
                <a:srgbClr val="004890"/>
              </a:solidFill>
              <a:latin typeface="Arial"/>
              <a:ea typeface="Arial"/>
              <a:cs typeface="Arial"/>
              <a:sym typeface="Arial"/>
            </a:endParaRPr>
          </a:p>
        </p:txBody>
      </p:sp>
      <p:pic>
        <p:nvPicPr>
          <p:cNvPr id="476" name="Google Shape;476;p6"/>
          <p:cNvPicPr preferRelativeResize="0"/>
          <p:nvPr/>
        </p:nvPicPr>
        <p:blipFill rotWithShape="1">
          <a:blip r:embed="rId4">
            <a:alphaModFix/>
          </a:blip>
          <a:srcRect b="0" l="0" r="0" t="0"/>
          <a:stretch/>
        </p:blipFill>
        <p:spPr>
          <a:xfrm>
            <a:off x="551375" y="1164275"/>
            <a:ext cx="851750" cy="705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482" name="Google Shape;482;p7"/>
          <p:cNvSpPr txBox="1"/>
          <p:nvPr/>
        </p:nvSpPr>
        <p:spPr>
          <a:xfrm>
            <a:off x="1798338"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483" name="Google Shape;483;p7"/>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484" name="Google Shape;484;p7"/>
          <p:cNvSpPr txBox="1"/>
          <p:nvPr/>
        </p:nvSpPr>
        <p:spPr>
          <a:xfrm>
            <a:off x="5322013"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485" name="Google Shape;485;p7"/>
          <p:cNvSpPr txBox="1"/>
          <p:nvPr/>
        </p:nvSpPr>
        <p:spPr>
          <a:xfrm>
            <a:off x="7083850"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486" name="Google Shape;486;p7"/>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487" name="Google Shape;487;p7"/>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sp>
        <p:nvSpPr>
          <p:cNvPr id="488" name="Google Shape;488;p7"/>
          <p:cNvSpPr txBox="1"/>
          <p:nvPr>
            <p:ph idx="4294967295" type="title"/>
          </p:nvPr>
        </p:nvSpPr>
        <p:spPr>
          <a:xfrm>
            <a:off x="1676400" y="1121664"/>
            <a:ext cx="26451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solidFill>
                  <a:srgbClr val="004890"/>
                </a:solidFill>
                <a:extLst>
                  <a:ext uri="http://customooxmlschemas.google.com/">
                    <go:slidesCustomData xmlns:go="http://customooxmlschemas.google.com/" textRoundtripDataId="7"/>
                  </a:ext>
                </a:extLst>
              </a:rPr>
              <a:t>PEMANTIK </a:t>
            </a:r>
            <a:endParaRPr>
              <a:solidFill>
                <a:srgbClr val="004890"/>
              </a:solidFill>
            </a:endParaRPr>
          </a:p>
        </p:txBody>
      </p:sp>
      <p:sp>
        <p:nvSpPr>
          <p:cNvPr id="489" name="Google Shape;489;p7"/>
          <p:cNvSpPr txBox="1"/>
          <p:nvPr>
            <p:ph idx="1" type="body"/>
          </p:nvPr>
        </p:nvSpPr>
        <p:spPr>
          <a:xfrm>
            <a:off x="846400" y="2715450"/>
            <a:ext cx="7376400" cy="2297700"/>
          </a:xfrm>
          <a:prstGeom prst="rect">
            <a:avLst/>
          </a:prstGeom>
          <a:noFill/>
          <a:ln cap="flat" cmpd="sng" w="2857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800"/>
              <a:buNone/>
            </a:pPr>
            <a:r>
              <a:rPr lang="en-US" sz="2500"/>
              <a:t>Jika anda sebagai guru, saat mendapatkan umpan balik pasca observasi dari pengawas/KS, lebih nyaman didengar dan diajak berpikir, atau langsung dinasihati dan diminta mengikuti arahan tertentu?</a:t>
            </a:r>
            <a:endParaRPr i="1" sz="2500"/>
          </a:p>
        </p:txBody>
      </p:sp>
      <p:pic>
        <p:nvPicPr>
          <p:cNvPr id="490" name="Google Shape;490;p7"/>
          <p:cNvPicPr preferRelativeResize="0"/>
          <p:nvPr/>
        </p:nvPicPr>
        <p:blipFill rotWithShape="1">
          <a:blip r:embed="rId3">
            <a:alphaModFix/>
          </a:blip>
          <a:srcRect b="0" l="0" r="0" t="0"/>
          <a:stretch/>
        </p:blipFill>
        <p:spPr>
          <a:xfrm>
            <a:off x="8311125" y="2831475"/>
            <a:ext cx="3577025" cy="3577025"/>
          </a:xfrm>
          <a:prstGeom prst="rect">
            <a:avLst/>
          </a:prstGeom>
          <a:noFill/>
          <a:ln>
            <a:noFill/>
          </a:ln>
        </p:spPr>
      </p:pic>
      <p:grpSp>
        <p:nvGrpSpPr>
          <p:cNvPr id="491" name="Google Shape;491;p7"/>
          <p:cNvGrpSpPr/>
          <p:nvPr/>
        </p:nvGrpSpPr>
        <p:grpSpPr>
          <a:xfrm>
            <a:off x="846393" y="1666205"/>
            <a:ext cx="666750" cy="676275"/>
            <a:chOff x="5267943" y="2297730"/>
            <a:chExt cx="666750" cy="676275"/>
          </a:xfrm>
        </p:grpSpPr>
        <p:sp>
          <p:nvSpPr>
            <p:cNvPr id="492" name="Google Shape;492;p7"/>
            <p:cNvSpPr/>
            <p:nvPr/>
          </p:nvSpPr>
          <p:spPr>
            <a:xfrm>
              <a:off x="5463540" y="2410220"/>
              <a:ext cx="276225" cy="323850"/>
            </a:xfrm>
            <a:custGeom>
              <a:rect b="b" l="l" r="r" t="t"/>
              <a:pathLst>
                <a:path extrusionOk="0" h="323850" w="276225">
                  <a:moveTo>
                    <a:pt x="176308" y="327184"/>
                  </a:moveTo>
                  <a:lnTo>
                    <a:pt x="99060" y="327184"/>
                  </a:lnTo>
                  <a:cubicBezTo>
                    <a:pt x="93821" y="327184"/>
                    <a:pt x="89535" y="322897"/>
                    <a:pt x="89535" y="317659"/>
                  </a:cubicBezTo>
                  <a:cubicBezTo>
                    <a:pt x="89535" y="253746"/>
                    <a:pt x="115824" y="223552"/>
                    <a:pt x="138970" y="196977"/>
                  </a:cubicBezTo>
                  <a:cubicBezTo>
                    <a:pt x="150781" y="183356"/>
                    <a:pt x="162020" y="170497"/>
                    <a:pt x="169450" y="153924"/>
                  </a:cubicBezTo>
                  <a:cubicBezTo>
                    <a:pt x="176117" y="139255"/>
                    <a:pt x="175831" y="123349"/>
                    <a:pt x="168783" y="112395"/>
                  </a:cubicBezTo>
                  <a:cubicBezTo>
                    <a:pt x="162592" y="102775"/>
                    <a:pt x="151447" y="97631"/>
                    <a:pt x="136588" y="97631"/>
                  </a:cubicBezTo>
                  <a:cubicBezTo>
                    <a:pt x="115729" y="97631"/>
                    <a:pt x="93536" y="109061"/>
                    <a:pt x="91059" y="134684"/>
                  </a:cubicBezTo>
                  <a:cubicBezTo>
                    <a:pt x="90583" y="139541"/>
                    <a:pt x="86487" y="143256"/>
                    <a:pt x="81534" y="143256"/>
                  </a:cubicBezTo>
                  <a:lnTo>
                    <a:pt x="9525" y="143256"/>
                  </a:lnTo>
                  <a:cubicBezTo>
                    <a:pt x="4286" y="143256"/>
                    <a:pt x="0" y="138970"/>
                    <a:pt x="0" y="133731"/>
                  </a:cubicBezTo>
                  <a:cubicBezTo>
                    <a:pt x="0" y="53435"/>
                    <a:pt x="52483" y="2191"/>
                    <a:pt x="136970" y="95"/>
                  </a:cubicBezTo>
                  <a:cubicBezTo>
                    <a:pt x="138494" y="95"/>
                    <a:pt x="140017" y="0"/>
                    <a:pt x="141541" y="0"/>
                  </a:cubicBezTo>
                  <a:cubicBezTo>
                    <a:pt x="209455" y="0"/>
                    <a:pt x="277940" y="40291"/>
                    <a:pt x="277940" y="130207"/>
                  </a:cubicBezTo>
                  <a:cubicBezTo>
                    <a:pt x="277940" y="169450"/>
                    <a:pt x="254508" y="197263"/>
                    <a:pt x="231743" y="224123"/>
                  </a:cubicBezTo>
                  <a:cubicBezTo>
                    <a:pt x="208217" y="251936"/>
                    <a:pt x="185928" y="278321"/>
                    <a:pt x="185928" y="317659"/>
                  </a:cubicBezTo>
                  <a:cubicBezTo>
                    <a:pt x="185833" y="322993"/>
                    <a:pt x="181546" y="327184"/>
                    <a:pt x="176308" y="327184"/>
                  </a:cubicBezTo>
                  <a:close/>
                  <a:moveTo>
                    <a:pt x="108775" y="308134"/>
                  </a:moveTo>
                  <a:lnTo>
                    <a:pt x="167164" y="308134"/>
                  </a:lnTo>
                  <a:cubicBezTo>
                    <a:pt x="170497" y="266986"/>
                    <a:pt x="195167" y="237839"/>
                    <a:pt x="217075" y="211836"/>
                  </a:cubicBezTo>
                  <a:cubicBezTo>
                    <a:pt x="238506" y="186500"/>
                    <a:pt x="258699" y="162592"/>
                    <a:pt x="258699" y="130207"/>
                  </a:cubicBezTo>
                  <a:cubicBezTo>
                    <a:pt x="258699" y="48196"/>
                    <a:pt x="195453" y="19050"/>
                    <a:pt x="141351" y="19050"/>
                  </a:cubicBezTo>
                  <a:cubicBezTo>
                    <a:pt x="140017" y="19050"/>
                    <a:pt x="138589" y="19050"/>
                    <a:pt x="137255" y="19145"/>
                  </a:cubicBezTo>
                  <a:cubicBezTo>
                    <a:pt x="66580" y="20955"/>
                    <a:pt x="23050" y="60008"/>
                    <a:pt x="19145" y="124206"/>
                  </a:cubicBezTo>
                  <a:lnTo>
                    <a:pt x="73247" y="124206"/>
                  </a:lnTo>
                  <a:cubicBezTo>
                    <a:pt x="80581" y="92869"/>
                    <a:pt x="110109" y="78581"/>
                    <a:pt x="136398" y="78581"/>
                  </a:cubicBezTo>
                  <a:cubicBezTo>
                    <a:pt x="157734" y="78581"/>
                    <a:pt x="174879" y="86963"/>
                    <a:pt x="184594" y="102013"/>
                  </a:cubicBezTo>
                  <a:cubicBezTo>
                    <a:pt x="195072" y="118300"/>
                    <a:pt x="195929" y="141160"/>
                    <a:pt x="186595" y="161639"/>
                  </a:cubicBezTo>
                  <a:cubicBezTo>
                    <a:pt x="178022" y="180784"/>
                    <a:pt x="165354" y="195358"/>
                    <a:pt x="153067" y="209359"/>
                  </a:cubicBezTo>
                  <a:cubicBezTo>
                    <a:pt x="131636" y="234410"/>
                    <a:pt x="111062" y="258032"/>
                    <a:pt x="108775" y="308134"/>
                  </a:cubicBezTo>
                  <a:close/>
                </a:path>
              </a:pathLst>
            </a:custGeom>
            <a:solidFill>
              <a:srgbClr val="00489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3" name="Google Shape;493;p7"/>
            <p:cNvSpPr/>
            <p:nvPr/>
          </p:nvSpPr>
          <p:spPr>
            <a:xfrm>
              <a:off x="5544311" y="2746547"/>
              <a:ext cx="114300" cy="104775"/>
            </a:xfrm>
            <a:custGeom>
              <a:rect b="b" l="l" r="r" t="t"/>
              <a:pathLst>
                <a:path extrusionOk="0" h="104775" w="114300">
                  <a:moveTo>
                    <a:pt x="58103" y="108013"/>
                  </a:moveTo>
                  <a:cubicBezTo>
                    <a:pt x="24384" y="108013"/>
                    <a:pt x="0" y="85534"/>
                    <a:pt x="0" y="54578"/>
                  </a:cubicBezTo>
                  <a:cubicBezTo>
                    <a:pt x="0" y="22955"/>
                    <a:pt x="24479" y="0"/>
                    <a:pt x="58103" y="0"/>
                  </a:cubicBezTo>
                  <a:cubicBezTo>
                    <a:pt x="91631" y="0"/>
                    <a:pt x="115062" y="22479"/>
                    <a:pt x="115062" y="54578"/>
                  </a:cubicBezTo>
                  <a:cubicBezTo>
                    <a:pt x="115062" y="85534"/>
                    <a:pt x="91059" y="108013"/>
                    <a:pt x="58103" y="108013"/>
                  </a:cubicBezTo>
                  <a:close/>
                  <a:moveTo>
                    <a:pt x="58103" y="18955"/>
                  </a:moveTo>
                  <a:cubicBezTo>
                    <a:pt x="34766" y="18955"/>
                    <a:pt x="19050" y="33242"/>
                    <a:pt x="19050" y="54483"/>
                  </a:cubicBezTo>
                  <a:cubicBezTo>
                    <a:pt x="19050" y="74771"/>
                    <a:pt x="35147" y="88868"/>
                    <a:pt x="58103" y="88868"/>
                  </a:cubicBezTo>
                  <a:cubicBezTo>
                    <a:pt x="80772" y="88868"/>
                    <a:pt x="96012" y="75057"/>
                    <a:pt x="96012" y="54483"/>
                  </a:cubicBezTo>
                  <a:cubicBezTo>
                    <a:pt x="96012" y="32957"/>
                    <a:pt x="81153" y="18955"/>
                    <a:pt x="58103" y="18955"/>
                  </a:cubicBezTo>
                  <a:close/>
                </a:path>
              </a:pathLst>
            </a:custGeom>
            <a:solidFill>
              <a:srgbClr val="00489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4" name="Google Shape;494;p7"/>
            <p:cNvSpPr/>
            <p:nvPr/>
          </p:nvSpPr>
          <p:spPr>
            <a:xfrm>
              <a:off x="5267943" y="2297730"/>
              <a:ext cx="666750" cy="676275"/>
            </a:xfrm>
            <a:custGeom>
              <a:rect b="b" l="l" r="r" t="t"/>
              <a:pathLst>
                <a:path extrusionOk="0" h="676275" w="666750">
                  <a:moveTo>
                    <a:pt x="9574" y="683895"/>
                  </a:moveTo>
                  <a:cubicBezTo>
                    <a:pt x="7097" y="683895"/>
                    <a:pt x="4620" y="682943"/>
                    <a:pt x="2811" y="681133"/>
                  </a:cubicBezTo>
                  <a:cubicBezTo>
                    <a:pt x="144" y="678466"/>
                    <a:pt x="-714" y="674465"/>
                    <a:pt x="620" y="671036"/>
                  </a:cubicBezTo>
                  <a:lnTo>
                    <a:pt x="57675" y="522065"/>
                  </a:lnTo>
                  <a:cubicBezTo>
                    <a:pt x="19956" y="466534"/>
                    <a:pt x="49" y="401764"/>
                    <a:pt x="49" y="334423"/>
                  </a:cubicBezTo>
                  <a:cubicBezTo>
                    <a:pt x="49" y="150019"/>
                    <a:pt x="150067" y="0"/>
                    <a:pt x="334471" y="0"/>
                  </a:cubicBezTo>
                  <a:cubicBezTo>
                    <a:pt x="518875" y="0"/>
                    <a:pt x="668894" y="150019"/>
                    <a:pt x="668894" y="334423"/>
                  </a:cubicBezTo>
                  <a:cubicBezTo>
                    <a:pt x="668894" y="518827"/>
                    <a:pt x="518875" y="668846"/>
                    <a:pt x="334471" y="668846"/>
                  </a:cubicBezTo>
                  <a:cubicBezTo>
                    <a:pt x="275797" y="668846"/>
                    <a:pt x="218171" y="653415"/>
                    <a:pt x="167498" y="624173"/>
                  </a:cubicBezTo>
                  <a:lnTo>
                    <a:pt x="12907" y="683323"/>
                  </a:lnTo>
                  <a:cubicBezTo>
                    <a:pt x="11859" y="683609"/>
                    <a:pt x="10717" y="683895"/>
                    <a:pt x="9574" y="683895"/>
                  </a:cubicBezTo>
                  <a:close/>
                  <a:moveTo>
                    <a:pt x="334471" y="18859"/>
                  </a:moveTo>
                  <a:cubicBezTo>
                    <a:pt x="160545" y="18859"/>
                    <a:pt x="19099" y="160306"/>
                    <a:pt x="19099" y="334232"/>
                  </a:cubicBezTo>
                  <a:cubicBezTo>
                    <a:pt x="19099" y="399383"/>
                    <a:pt x="38815" y="461867"/>
                    <a:pt x="76249" y="515112"/>
                  </a:cubicBezTo>
                  <a:cubicBezTo>
                    <a:pt x="78058" y="517684"/>
                    <a:pt x="78439" y="521017"/>
                    <a:pt x="77296" y="523970"/>
                  </a:cubicBezTo>
                  <a:lnTo>
                    <a:pt x="26052" y="657701"/>
                  </a:lnTo>
                  <a:lnTo>
                    <a:pt x="164926" y="604552"/>
                  </a:lnTo>
                  <a:cubicBezTo>
                    <a:pt x="167689" y="603504"/>
                    <a:pt x="170736" y="603790"/>
                    <a:pt x="173213" y="605218"/>
                  </a:cubicBezTo>
                  <a:cubicBezTo>
                    <a:pt x="221886" y="634175"/>
                    <a:pt x="277607" y="649510"/>
                    <a:pt x="334471" y="649510"/>
                  </a:cubicBezTo>
                  <a:cubicBezTo>
                    <a:pt x="508398" y="649510"/>
                    <a:pt x="649844" y="508063"/>
                    <a:pt x="649844" y="334137"/>
                  </a:cubicBezTo>
                  <a:cubicBezTo>
                    <a:pt x="649844" y="160401"/>
                    <a:pt x="508398" y="18859"/>
                    <a:pt x="334471" y="18859"/>
                  </a:cubicBezTo>
                  <a:close/>
                </a:path>
              </a:pathLst>
            </a:custGeom>
            <a:solidFill>
              <a:srgbClr val="00489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9"/>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500" name="Google Shape;500;p9"/>
          <p:cNvSpPr txBox="1"/>
          <p:nvPr/>
        </p:nvSpPr>
        <p:spPr>
          <a:xfrm>
            <a:off x="1798338"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501" name="Google Shape;501;p9"/>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502" name="Google Shape;502;p9"/>
          <p:cNvSpPr txBox="1"/>
          <p:nvPr/>
        </p:nvSpPr>
        <p:spPr>
          <a:xfrm>
            <a:off x="5322013"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503" name="Google Shape;503;p9"/>
          <p:cNvSpPr txBox="1"/>
          <p:nvPr/>
        </p:nvSpPr>
        <p:spPr>
          <a:xfrm>
            <a:off x="7083850"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504" name="Google Shape;504;p9"/>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505" name="Google Shape;505;p9"/>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sp>
        <p:nvSpPr>
          <p:cNvPr id="506" name="Google Shape;506;p9"/>
          <p:cNvSpPr txBox="1"/>
          <p:nvPr>
            <p:ph idx="1" type="body"/>
          </p:nvPr>
        </p:nvSpPr>
        <p:spPr>
          <a:xfrm>
            <a:off x="719425" y="1854975"/>
            <a:ext cx="6053100" cy="4341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2200"/>
              <a:t>Setelah observasi kelas, banyak hal yang bisa dibahas, misalnya tentang strategi mengajar, manajemen kelas, atau bagaimana membangun hubungan yang lebih baik dengan siswa. Namun, sering kali, diskusi ini hanya menjadi sesi evaluasi satu arah.</a:t>
            </a:r>
            <a:endParaRPr sz="2200"/>
          </a:p>
          <a:p>
            <a:pPr indent="0" lvl="0" marL="0" rtl="0" algn="l">
              <a:lnSpc>
                <a:spcPct val="100000"/>
              </a:lnSpc>
              <a:spcBef>
                <a:spcPts val="0"/>
              </a:spcBef>
              <a:spcAft>
                <a:spcPts val="0"/>
              </a:spcAft>
              <a:buClr>
                <a:schemeClr val="dk1"/>
              </a:buClr>
              <a:buSzPts val="1100"/>
              <a:buFont typeface="Arial"/>
              <a:buNone/>
            </a:pPr>
            <a:r>
              <a:t/>
            </a:r>
            <a:endParaRPr sz="2200"/>
          </a:p>
          <a:p>
            <a:pPr indent="0" lvl="0" marL="0" rtl="0" algn="l">
              <a:lnSpc>
                <a:spcPct val="100000"/>
              </a:lnSpc>
              <a:spcBef>
                <a:spcPts val="0"/>
              </a:spcBef>
              <a:spcAft>
                <a:spcPts val="0"/>
              </a:spcAft>
              <a:buClr>
                <a:schemeClr val="dk1"/>
              </a:buClr>
              <a:buSzPts val="1100"/>
              <a:buFont typeface="Arial"/>
              <a:buNone/>
            </a:pPr>
            <a:r>
              <a:rPr b="1" i="1" lang="en-US" sz="2200"/>
              <a:t>Coaching</a:t>
            </a:r>
            <a:r>
              <a:rPr lang="en-US" sz="2200"/>
              <a:t> dapat menjadi kunci yang membantu mengubah percakapan pasca-observasi menjadi ruang refleksi dan pertumbuhan bagi guru.</a:t>
            </a:r>
            <a:endParaRPr i="1" sz="2200"/>
          </a:p>
        </p:txBody>
      </p:sp>
      <p:sp>
        <p:nvSpPr>
          <p:cNvPr id="507" name="Google Shape;507;p9"/>
          <p:cNvSpPr txBox="1"/>
          <p:nvPr>
            <p:ph idx="4294967295" type="title"/>
          </p:nvPr>
        </p:nvSpPr>
        <p:spPr>
          <a:xfrm>
            <a:off x="1676400" y="512064"/>
            <a:ext cx="109728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solidFill>
                  <a:srgbClr val="004890"/>
                </a:solidFill>
              </a:rPr>
              <a:t>PEMANTIK </a:t>
            </a:r>
            <a:endParaRPr>
              <a:solidFill>
                <a:srgbClr val="004890"/>
              </a:solidFill>
            </a:endParaRPr>
          </a:p>
        </p:txBody>
      </p:sp>
      <p:grpSp>
        <p:nvGrpSpPr>
          <p:cNvPr id="508" name="Google Shape;508;p9"/>
          <p:cNvGrpSpPr/>
          <p:nvPr/>
        </p:nvGrpSpPr>
        <p:grpSpPr>
          <a:xfrm>
            <a:off x="846393" y="1056605"/>
            <a:ext cx="666750" cy="676275"/>
            <a:chOff x="5267943" y="2297730"/>
            <a:chExt cx="666750" cy="676275"/>
          </a:xfrm>
        </p:grpSpPr>
        <p:sp>
          <p:nvSpPr>
            <p:cNvPr id="509" name="Google Shape;509;p9"/>
            <p:cNvSpPr/>
            <p:nvPr/>
          </p:nvSpPr>
          <p:spPr>
            <a:xfrm>
              <a:off x="5463540" y="2410220"/>
              <a:ext cx="276225" cy="323850"/>
            </a:xfrm>
            <a:custGeom>
              <a:rect b="b" l="l" r="r" t="t"/>
              <a:pathLst>
                <a:path extrusionOk="0" h="323850" w="276225">
                  <a:moveTo>
                    <a:pt x="176308" y="327184"/>
                  </a:moveTo>
                  <a:lnTo>
                    <a:pt x="99060" y="327184"/>
                  </a:lnTo>
                  <a:cubicBezTo>
                    <a:pt x="93821" y="327184"/>
                    <a:pt x="89535" y="322897"/>
                    <a:pt x="89535" y="317659"/>
                  </a:cubicBezTo>
                  <a:cubicBezTo>
                    <a:pt x="89535" y="253746"/>
                    <a:pt x="115824" y="223552"/>
                    <a:pt x="138970" y="196977"/>
                  </a:cubicBezTo>
                  <a:cubicBezTo>
                    <a:pt x="150781" y="183356"/>
                    <a:pt x="162020" y="170497"/>
                    <a:pt x="169450" y="153924"/>
                  </a:cubicBezTo>
                  <a:cubicBezTo>
                    <a:pt x="176117" y="139255"/>
                    <a:pt x="175831" y="123349"/>
                    <a:pt x="168783" y="112395"/>
                  </a:cubicBezTo>
                  <a:cubicBezTo>
                    <a:pt x="162592" y="102775"/>
                    <a:pt x="151447" y="97631"/>
                    <a:pt x="136588" y="97631"/>
                  </a:cubicBezTo>
                  <a:cubicBezTo>
                    <a:pt x="115729" y="97631"/>
                    <a:pt x="93536" y="109061"/>
                    <a:pt x="91059" y="134684"/>
                  </a:cubicBezTo>
                  <a:cubicBezTo>
                    <a:pt x="90583" y="139541"/>
                    <a:pt x="86487" y="143256"/>
                    <a:pt x="81534" y="143256"/>
                  </a:cubicBezTo>
                  <a:lnTo>
                    <a:pt x="9525" y="143256"/>
                  </a:lnTo>
                  <a:cubicBezTo>
                    <a:pt x="4286" y="143256"/>
                    <a:pt x="0" y="138970"/>
                    <a:pt x="0" y="133731"/>
                  </a:cubicBezTo>
                  <a:cubicBezTo>
                    <a:pt x="0" y="53435"/>
                    <a:pt x="52483" y="2191"/>
                    <a:pt x="136970" y="95"/>
                  </a:cubicBezTo>
                  <a:cubicBezTo>
                    <a:pt x="138494" y="95"/>
                    <a:pt x="140017" y="0"/>
                    <a:pt x="141541" y="0"/>
                  </a:cubicBezTo>
                  <a:cubicBezTo>
                    <a:pt x="209455" y="0"/>
                    <a:pt x="277940" y="40291"/>
                    <a:pt x="277940" y="130207"/>
                  </a:cubicBezTo>
                  <a:cubicBezTo>
                    <a:pt x="277940" y="169450"/>
                    <a:pt x="254508" y="197263"/>
                    <a:pt x="231743" y="224123"/>
                  </a:cubicBezTo>
                  <a:cubicBezTo>
                    <a:pt x="208217" y="251936"/>
                    <a:pt x="185928" y="278321"/>
                    <a:pt x="185928" y="317659"/>
                  </a:cubicBezTo>
                  <a:cubicBezTo>
                    <a:pt x="185833" y="322993"/>
                    <a:pt x="181546" y="327184"/>
                    <a:pt x="176308" y="327184"/>
                  </a:cubicBezTo>
                  <a:close/>
                  <a:moveTo>
                    <a:pt x="108775" y="308134"/>
                  </a:moveTo>
                  <a:lnTo>
                    <a:pt x="167164" y="308134"/>
                  </a:lnTo>
                  <a:cubicBezTo>
                    <a:pt x="170497" y="266986"/>
                    <a:pt x="195167" y="237839"/>
                    <a:pt x="217075" y="211836"/>
                  </a:cubicBezTo>
                  <a:cubicBezTo>
                    <a:pt x="238506" y="186500"/>
                    <a:pt x="258699" y="162592"/>
                    <a:pt x="258699" y="130207"/>
                  </a:cubicBezTo>
                  <a:cubicBezTo>
                    <a:pt x="258699" y="48196"/>
                    <a:pt x="195453" y="19050"/>
                    <a:pt x="141351" y="19050"/>
                  </a:cubicBezTo>
                  <a:cubicBezTo>
                    <a:pt x="140017" y="19050"/>
                    <a:pt x="138589" y="19050"/>
                    <a:pt x="137255" y="19145"/>
                  </a:cubicBezTo>
                  <a:cubicBezTo>
                    <a:pt x="66580" y="20955"/>
                    <a:pt x="23050" y="60008"/>
                    <a:pt x="19145" y="124206"/>
                  </a:cubicBezTo>
                  <a:lnTo>
                    <a:pt x="73247" y="124206"/>
                  </a:lnTo>
                  <a:cubicBezTo>
                    <a:pt x="80581" y="92869"/>
                    <a:pt x="110109" y="78581"/>
                    <a:pt x="136398" y="78581"/>
                  </a:cubicBezTo>
                  <a:cubicBezTo>
                    <a:pt x="157734" y="78581"/>
                    <a:pt x="174879" y="86963"/>
                    <a:pt x="184594" y="102013"/>
                  </a:cubicBezTo>
                  <a:cubicBezTo>
                    <a:pt x="195072" y="118300"/>
                    <a:pt x="195929" y="141160"/>
                    <a:pt x="186595" y="161639"/>
                  </a:cubicBezTo>
                  <a:cubicBezTo>
                    <a:pt x="178022" y="180784"/>
                    <a:pt x="165354" y="195358"/>
                    <a:pt x="153067" y="209359"/>
                  </a:cubicBezTo>
                  <a:cubicBezTo>
                    <a:pt x="131636" y="234410"/>
                    <a:pt x="111062" y="258032"/>
                    <a:pt x="108775" y="308134"/>
                  </a:cubicBezTo>
                  <a:close/>
                </a:path>
              </a:pathLst>
            </a:custGeom>
            <a:solidFill>
              <a:srgbClr val="00489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0" name="Google Shape;510;p9"/>
            <p:cNvSpPr/>
            <p:nvPr/>
          </p:nvSpPr>
          <p:spPr>
            <a:xfrm>
              <a:off x="5544311" y="2746547"/>
              <a:ext cx="114300" cy="104775"/>
            </a:xfrm>
            <a:custGeom>
              <a:rect b="b" l="l" r="r" t="t"/>
              <a:pathLst>
                <a:path extrusionOk="0" h="104775" w="114300">
                  <a:moveTo>
                    <a:pt x="58103" y="108013"/>
                  </a:moveTo>
                  <a:cubicBezTo>
                    <a:pt x="24384" y="108013"/>
                    <a:pt x="0" y="85534"/>
                    <a:pt x="0" y="54578"/>
                  </a:cubicBezTo>
                  <a:cubicBezTo>
                    <a:pt x="0" y="22955"/>
                    <a:pt x="24479" y="0"/>
                    <a:pt x="58103" y="0"/>
                  </a:cubicBezTo>
                  <a:cubicBezTo>
                    <a:pt x="91631" y="0"/>
                    <a:pt x="115062" y="22479"/>
                    <a:pt x="115062" y="54578"/>
                  </a:cubicBezTo>
                  <a:cubicBezTo>
                    <a:pt x="115062" y="85534"/>
                    <a:pt x="91059" y="108013"/>
                    <a:pt x="58103" y="108013"/>
                  </a:cubicBezTo>
                  <a:close/>
                  <a:moveTo>
                    <a:pt x="58103" y="18955"/>
                  </a:moveTo>
                  <a:cubicBezTo>
                    <a:pt x="34766" y="18955"/>
                    <a:pt x="19050" y="33242"/>
                    <a:pt x="19050" y="54483"/>
                  </a:cubicBezTo>
                  <a:cubicBezTo>
                    <a:pt x="19050" y="74771"/>
                    <a:pt x="35147" y="88868"/>
                    <a:pt x="58103" y="88868"/>
                  </a:cubicBezTo>
                  <a:cubicBezTo>
                    <a:pt x="80772" y="88868"/>
                    <a:pt x="96012" y="75057"/>
                    <a:pt x="96012" y="54483"/>
                  </a:cubicBezTo>
                  <a:cubicBezTo>
                    <a:pt x="96012" y="32957"/>
                    <a:pt x="81153" y="18955"/>
                    <a:pt x="58103" y="18955"/>
                  </a:cubicBezTo>
                  <a:close/>
                </a:path>
              </a:pathLst>
            </a:custGeom>
            <a:solidFill>
              <a:srgbClr val="00489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1" name="Google Shape;511;p9"/>
            <p:cNvSpPr/>
            <p:nvPr/>
          </p:nvSpPr>
          <p:spPr>
            <a:xfrm>
              <a:off x="5267943" y="2297730"/>
              <a:ext cx="666750" cy="676275"/>
            </a:xfrm>
            <a:custGeom>
              <a:rect b="b" l="l" r="r" t="t"/>
              <a:pathLst>
                <a:path extrusionOk="0" h="676275" w="666750">
                  <a:moveTo>
                    <a:pt x="9574" y="683895"/>
                  </a:moveTo>
                  <a:cubicBezTo>
                    <a:pt x="7097" y="683895"/>
                    <a:pt x="4620" y="682943"/>
                    <a:pt x="2811" y="681133"/>
                  </a:cubicBezTo>
                  <a:cubicBezTo>
                    <a:pt x="144" y="678466"/>
                    <a:pt x="-714" y="674465"/>
                    <a:pt x="620" y="671036"/>
                  </a:cubicBezTo>
                  <a:lnTo>
                    <a:pt x="57675" y="522065"/>
                  </a:lnTo>
                  <a:cubicBezTo>
                    <a:pt x="19956" y="466534"/>
                    <a:pt x="49" y="401764"/>
                    <a:pt x="49" y="334423"/>
                  </a:cubicBezTo>
                  <a:cubicBezTo>
                    <a:pt x="49" y="150019"/>
                    <a:pt x="150067" y="0"/>
                    <a:pt x="334471" y="0"/>
                  </a:cubicBezTo>
                  <a:cubicBezTo>
                    <a:pt x="518875" y="0"/>
                    <a:pt x="668894" y="150019"/>
                    <a:pt x="668894" y="334423"/>
                  </a:cubicBezTo>
                  <a:cubicBezTo>
                    <a:pt x="668894" y="518827"/>
                    <a:pt x="518875" y="668846"/>
                    <a:pt x="334471" y="668846"/>
                  </a:cubicBezTo>
                  <a:cubicBezTo>
                    <a:pt x="275797" y="668846"/>
                    <a:pt x="218171" y="653415"/>
                    <a:pt x="167498" y="624173"/>
                  </a:cubicBezTo>
                  <a:lnTo>
                    <a:pt x="12907" y="683323"/>
                  </a:lnTo>
                  <a:cubicBezTo>
                    <a:pt x="11859" y="683609"/>
                    <a:pt x="10717" y="683895"/>
                    <a:pt x="9574" y="683895"/>
                  </a:cubicBezTo>
                  <a:close/>
                  <a:moveTo>
                    <a:pt x="334471" y="18859"/>
                  </a:moveTo>
                  <a:cubicBezTo>
                    <a:pt x="160545" y="18859"/>
                    <a:pt x="19099" y="160306"/>
                    <a:pt x="19099" y="334232"/>
                  </a:cubicBezTo>
                  <a:cubicBezTo>
                    <a:pt x="19099" y="399383"/>
                    <a:pt x="38815" y="461867"/>
                    <a:pt x="76249" y="515112"/>
                  </a:cubicBezTo>
                  <a:cubicBezTo>
                    <a:pt x="78058" y="517684"/>
                    <a:pt x="78439" y="521017"/>
                    <a:pt x="77296" y="523970"/>
                  </a:cubicBezTo>
                  <a:lnTo>
                    <a:pt x="26052" y="657701"/>
                  </a:lnTo>
                  <a:lnTo>
                    <a:pt x="164926" y="604552"/>
                  </a:lnTo>
                  <a:cubicBezTo>
                    <a:pt x="167689" y="603504"/>
                    <a:pt x="170736" y="603790"/>
                    <a:pt x="173213" y="605218"/>
                  </a:cubicBezTo>
                  <a:cubicBezTo>
                    <a:pt x="221886" y="634175"/>
                    <a:pt x="277607" y="649510"/>
                    <a:pt x="334471" y="649510"/>
                  </a:cubicBezTo>
                  <a:cubicBezTo>
                    <a:pt x="508398" y="649510"/>
                    <a:pt x="649844" y="508063"/>
                    <a:pt x="649844" y="334137"/>
                  </a:cubicBezTo>
                  <a:cubicBezTo>
                    <a:pt x="649844" y="160401"/>
                    <a:pt x="508398" y="18859"/>
                    <a:pt x="334471" y="18859"/>
                  </a:cubicBezTo>
                  <a:close/>
                </a:path>
              </a:pathLst>
            </a:custGeom>
            <a:solidFill>
              <a:srgbClr val="00489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512" name="Google Shape;512;p9"/>
          <p:cNvPicPr preferRelativeResize="0"/>
          <p:nvPr/>
        </p:nvPicPr>
        <p:blipFill rotWithShape="1">
          <a:blip r:embed="rId3">
            <a:alphaModFix/>
          </a:blip>
          <a:srcRect b="0" l="0" r="0" t="0"/>
          <a:stretch/>
        </p:blipFill>
        <p:spPr>
          <a:xfrm>
            <a:off x="6852101" y="2947075"/>
            <a:ext cx="5106075" cy="3401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0"/>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518" name="Google Shape;518;p10"/>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519" name="Google Shape;519;p10"/>
          <p:cNvSpPr txBox="1"/>
          <p:nvPr/>
        </p:nvSpPr>
        <p:spPr>
          <a:xfrm>
            <a:off x="3560175"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520" name="Google Shape;520;p10"/>
          <p:cNvSpPr txBox="1"/>
          <p:nvPr/>
        </p:nvSpPr>
        <p:spPr>
          <a:xfrm>
            <a:off x="5322013"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521" name="Google Shape;521;p10"/>
          <p:cNvSpPr txBox="1"/>
          <p:nvPr/>
        </p:nvSpPr>
        <p:spPr>
          <a:xfrm>
            <a:off x="7083850"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522" name="Google Shape;522;p10"/>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523" name="Google Shape;523;p10"/>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sp>
        <p:nvSpPr>
          <p:cNvPr id="524" name="Google Shape;524;p10"/>
          <p:cNvSpPr txBox="1"/>
          <p:nvPr>
            <p:ph type="title"/>
          </p:nvPr>
        </p:nvSpPr>
        <p:spPr>
          <a:xfrm>
            <a:off x="1589314" y="576943"/>
            <a:ext cx="9993086" cy="13723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sz="3500">
                <a:solidFill>
                  <a:srgbClr val="004890"/>
                </a:solidFill>
              </a:rPr>
              <a:t>MENGAPA COACHING PENTING </a:t>
            </a:r>
            <a:br>
              <a:rPr b="1" lang="en-US" sz="3500">
                <a:solidFill>
                  <a:srgbClr val="004890"/>
                </a:solidFill>
              </a:rPr>
            </a:br>
            <a:r>
              <a:rPr b="1" lang="en-US" sz="3500">
                <a:solidFill>
                  <a:srgbClr val="004890"/>
                </a:solidFill>
              </a:rPr>
              <a:t>DALAM PENGEMBANGAN GURU? </a:t>
            </a:r>
            <a:endParaRPr b="1" sz="3500">
              <a:solidFill>
                <a:srgbClr val="004890"/>
              </a:solidFill>
            </a:endParaRPr>
          </a:p>
        </p:txBody>
      </p:sp>
      <p:sp>
        <p:nvSpPr>
          <p:cNvPr id="525" name="Google Shape;525;p10"/>
          <p:cNvSpPr txBox="1"/>
          <p:nvPr>
            <p:ph idx="1" type="body"/>
          </p:nvPr>
        </p:nvSpPr>
        <p:spPr>
          <a:xfrm>
            <a:off x="609600" y="2133600"/>
            <a:ext cx="10972800" cy="3366900"/>
          </a:xfrm>
          <a:prstGeom prst="rect">
            <a:avLst/>
          </a:prstGeom>
          <a:noFill/>
          <a:ln cap="flat" cmpd="sng" w="28575">
            <a:solidFill>
              <a:schemeClr val="lt2"/>
            </a:solidFill>
            <a:prstDash val="solid"/>
            <a:round/>
            <a:headEnd len="sm" w="sm" type="none"/>
            <a:tailEnd len="sm" w="sm" type="none"/>
          </a:ln>
        </p:spPr>
        <p:txBody>
          <a:bodyPr anchorCtr="0" anchor="t" bIns="60925" lIns="121900" spcFirstLastPara="1" rIns="121900" wrap="square" tIns="60925">
            <a:noAutofit/>
          </a:bodyPr>
          <a:lstStyle/>
          <a:p>
            <a:pPr indent="-431800" lvl="0" marL="457200" rtl="0" algn="l">
              <a:lnSpc>
                <a:spcPct val="100000"/>
              </a:lnSpc>
              <a:spcBef>
                <a:spcPts val="1200"/>
              </a:spcBef>
              <a:spcAft>
                <a:spcPts val="0"/>
              </a:spcAft>
              <a:buSzPts val="3200"/>
              <a:buChar char="•"/>
            </a:pPr>
            <a:r>
              <a:rPr lang="en-US">
                <a:solidFill>
                  <a:schemeClr val="accent2"/>
                </a:solidFill>
                <a:extLst>
                  <a:ext uri="http://customooxmlschemas.google.com/">
                    <go:slidesCustomData xmlns:go="http://customooxmlschemas.google.com/" textRoundtripDataId="8"/>
                  </a:ext>
                </a:extLst>
              </a:rPr>
              <a:t>Guru menghadapi tantangan pembelajaran yang semakin kompleks</a:t>
            </a:r>
            <a:endParaRPr>
              <a:solidFill>
                <a:schemeClr val="accent2"/>
              </a:solidFill>
              <a:extLst>
                <a:ext uri="http://customooxmlschemas.google.com/">
                  <go:slidesCustomData xmlns:go="http://customooxmlschemas.google.com/" textRoundtripDataId="9"/>
                </a:ext>
              </a:extLst>
            </a:endParaRPr>
          </a:p>
          <a:p>
            <a:pPr indent="-431800" lvl="0" marL="457200" rtl="0" algn="l">
              <a:lnSpc>
                <a:spcPct val="100000"/>
              </a:lnSpc>
              <a:spcBef>
                <a:spcPts val="1200"/>
              </a:spcBef>
              <a:spcAft>
                <a:spcPts val="0"/>
              </a:spcAft>
              <a:buSzPts val="3200"/>
              <a:buChar char="•"/>
            </a:pPr>
            <a:r>
              <a:rPr lang="en-US">
                <a:solidFill>
                  <a:schemeClr val="accent2"/>
                </a:solidFill>
                <a:extLst>
                  <a:ext uri="http://customooxmlschemas.google.com/">
                    <go:slidesCustomData xmlns:go="http://customooxmlschemas.google.com/" textRoundtripDataId="10"/>
                  </a:ext>
                </a:extLst>
              </a:rPr>
              <a:t>Pendekatan top-down seringkali tidak cukup mendorong perubahan berkelanjutan</a:t>
            </a:r>
            <a:endParaRPr>
              <a:solidFill>
                <a:schemeClr val="accent2"/>
              </a:solidFill>
              <a:extLst>
                <a:ext uri="http://customooxmlschemas.google.com/">
                  <go:slidesCustomData xmlns:go="http://customooxmlschemas.google.com/" textRoundtripDataId="11"/>
                </a:ext>
              </a:extLst>
            </a:endParaRPr>
          </a:p>
          <a:p>
            <a:pPr indent="-431800" lvl="0" marL="457200" rtl="0" algn="l">
              <a:lnSpc>
                <a:spcPct val="100000"/>
              </a:lnSpc>
              <a:spcBef>
                <a:spcPts val="1200"/>
              </a:spcBef>
              <a:spcAft>
                <a:spcPts val="0"/>
              </a:spcAft>
              <a:buSzPts val="3200"/>
              <a:buChar char="•"/>
            </a:pPr>
            <a:r>
              <a:rPr lang="en-US">
                <a:solidFill>
                  <a:schemeClr val="accent2"/>
                </a:solidFill>
                <a:extLst>
                  <a:ext uri="http://customooxmlschemas.google.com/">
                    <go:slidesCustomData xmlns:go="http://customooxmlschemas.google.com/" textRoundtripDataId="12"/>
                  </a:ext>
                </a:extLst>
              </a:rPr>
              <a:t>Guru tidak hanya butuh solusi, mereka butuh ruang untuk berpikir, berefleksi, dan tumbuh</a:t>
            </a:r>
            <a:endParaRPr>
              <a:solidFill>
                <a:schemeClr val="accent2"/>
              </a:solidFill>
              <a:extLst>
                <a:ext uri="http://customooxmlschemas.google.com/">
                  <go:slidesCustomData xmlns:go="http://customooxmlschemas.google.com/" textRoundtripDataId="13"/>
                </a:ext>
              </a:extLst>
            </a:endParaRPr>
          </a:p>
          <a:p>
            <a:pPr indent="-431800" lvl="0" marL="457200" rtl="0" algn="l">
              <a:lnSpc>
                <a:spcPct val="100000"/>
              </a:lnSpc>
              <a:spcBef>
                <a:spcPts val="1200"/>
              </a:spcBef>
              <a:spcAft>
                <a:spcPts val="0"/>
              </a:spcAft>
              <a:buSzPts val="3200"/>
              <a:buChar char="•"/>
            </a:pPr>
            <a:r>
              <a:rPr lang="en-US">
                <a:solidFill>
                  <a:schemeClr val="accent2"/>
                </a:solidFill>
                <a:extLst>
                  <a:ext uri="http://customooxmlschemas.google.com/">
                    <go:slidesCustomData xmlns:go="http://customooxmlschemas.google.com/" textRoundtripDataId="14"/>
                  </a:ext>
                </a:extLst>
              </a:rPr>
              <a:t>Coaching membuka percakapan yang bermakna dan memberdayakan</a:t>
            </a:r>
            <a:endParaRPr>
              <a:solidFill>
                <a:schemeClr val="accent2"/>
              </a:solidFill>
            </a:endParaRPr>
          </a:p>
          <a:p>
            <a:pPr indent="-228600" lvl="0" marL="457200" rtl="0" algn="l">
              <a:lnSpc>
                <a:spcPct val="100000"/>
              </a:lnSpc>
              <a:spcBef>
                <a:spcPts val="1200"/>
              </a:spcBef>
              <a:spcAft>
                <a:spcPts val="0"/>
              </a:spcAft>
              <a:buSzPts val="3200"/>
              <a:buNone/>
            </a:pPr>
            <a:r>
              <a:t/>
            </a:r>
            <a:endParaRPr>
              <a:solidFill>
                <a:schemeClr val="accent2"/>
              </a:solidFill>
            </a:endParaRPr>
          </a:p>
          <a:p>
            <a:pPr indent="-228600" lvl="0" marL="457200" rtl="0" algn="l">
              <a:lnSpc>
                <a:spcPct val="100000"/>
              </a:lnSpc>
              <a:spcBef>
                <a:spcPts val="1200"/>
              </a:spcBef>
              <a:spcAft>
                <a:spcPts val="0"/>
              </a:spcAft>
              <a:buSzPts val="3200"/>
              <a:buNone/>
            </a:pPr>
            <a:r>
              <a:t/>
            </a:r>
            <a:endParaRPr>
              <a:solidFill>
                <a:schemeClr val="accent2"/>
              </a:solidFill>
            </a:endParaRPr>
          </a:p>
          <a:p>
            <a:pPr indent="-228600" lvl="0" marL="457200" rtl="0" algn="l">
              <a:lnSpc>
                <a:spcPct val="100000"/>
              </a:lnSpc>
              <a:spcBef>
                <a:spcPts val="1200"/>
              </a:spcBef>
              <a:spcAft>
                <a:spcPts val="0"/>
              </a:spcAft>
              <a:buSzPts val="3200"/>
              <a:buNone/>
            </a:pPr>
            <a:r>
              <a:t/>
            </a:r>
            <a:endParaRPr>
              <a:solidFill>
                <a:schemeClr val="accent2"/>
              </a:solidFill>
            </a:endParaRPr>
          </a:p>
          <a:p>
            <a:pPr indent="-228600" lvl="0" marL="457200" rtl="0" algn="l">
              <a:lnSpc>
                <a:spcPct val="100000"/>
              </a:lnSpc>
              <a:spcBef>
                <a:spcPts val="1200"/>
              </a:spcBef>
              <a:spcAft>
                <a:spcPts val="0"/>
              </a:spcAft>
              <a:buSzPts val="3200"/>
              <a:buNone/>
            </a:pPr>
            <a:r>
              <a:t/>
            </a:r>
            <a:endParaRPr>
              <a:solidFill>
                <a:schemeClr val="accent2"/>
              </a:solidFill>
            </a:endParaRPr>
          </a:p>
          <a:p>
            <a:pPr indent="-228600" lvl="0" marL="457200" rtl="0" algn="l">
              <a:lnSpc>
                <a:spcPct val="100000"/>
              </a:lnSpc>
              <a:spcBef>
                <a:spcPts val="1200"/>
              </a:spcBef>
              <a:spcAft>
                <a:spcPts val="0"/>
              </a:spcAft>
              <a:buSzPts val="3200"/>
              <a:buNone/>
            </a:pPr>
            <a:r>
              <a:t/>
            </a:r>
            <a:endParaRPr>
              <a:solidFill>
                <a:schemeClr val="accent2"/>
              </a:solidFill>
            </a:endParaRPr>
          </a:p>
          <a:p>
            <a:pPr indent="-228600" lvl="0" marL="457200" rtl="0" algn="l">
              <a:lnSpc>
                <a:spcPct val="100000"/>
              </a:lnSpc>
              <a:spcBef>
                <a:spcPts val="1200"/>
              </a:spcBef>
              <a:spcAft>
                <a:spcPts val="0"/>
              </a:spcAft>
              <a:buSzPts val="3200"/>
              <a:buNone/>
            </a:pPr>
            <a:r>
              <a:t/>
            </a:r>
            <a:endParaRPr/>
          </a:p>
        </p:txBody>
      </p:sp>
      <p:pic>
        <p:nvPicPr>
          <p:cNvPr id="526" name="Google Shape;526;p10"/>
          <p:cNvPicPr preferRelativeResize="0"/>
          <p:nvPr/>
        </p:nvPicPr>
        <p:blipFill rotWithShape="1">
          <a:blip r:embed="rId3">
            <a:alphaModFix/>
          </a:blip>
          <a:srcRect b="0" l="0" r="0" t="0"/>
          <a:stretch/>
        </p:blipFill>
        <p:spPr>
          <a:xfrm>
            <a:off x="626464" y="925164"/>
            <a:ext cx="695900" cy="937950"/>
          </a:xfrm>
          <a:prstGeom prst="rect">
            <a:avLst/>
          </a:prstGeom>
          <a:noFill/>
          <a:ln>
            <a:noFill/>
          </a:ln>
        </p:spPr>
      </p:pic>
      <p:sp>
        <p:nvSpPr>
          <p:cNvPr id="527" name="Google Shape;527;p10"/>
          <p:cNvSpPr txBox="1"/>
          <p:nvPr/>
        </p:nvSpPr>
        <p:spPr>
          <a:xfrm>
            <a:off x="893389" y="3097947"/>
            <a:ext cx="8504078" cy="497845"/>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2"/>
              </a:buClr>
              <a:buSzPts val="3600"/>
              <a:buFont typeface="Arial"/>
              <a:buNone/>
            </a:pPr>
            <a:r>
              <a:t/>
            </a:r>
            <a:endParaRPr b="0" i="1" sz="2000" u="none" cap="none" strike="noStrike">
              <a:solidFill>
                <a:schemeClr val="accent2"/>
              </a:solidFill>
              <a:latin typeface="Arial"/>
              <a:ea typeface="Arial"/>
              <a:cs typeface="Arial"/>
              <a:sym typeface="Arial"/>
            </a:endParaRPr>
          </a:p>
        </p:txBody>
      </p:sp>
      <p:sp>
        <p:nvSpPr>
          <p:cNvPr id="528" name="Google Shape;528;p10"/>
          <p:cNvSpPr txBox="1"/>
          <p:nvPr/>
        </p:nvSpPr>
        <p:spPr>
          <a:xfrm>
            <a:off x="915237" y="4563352"/>
            <a:ext cx="8504078" cy="497845"/>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2"/>
              </a:buClr>
              <a:buSzPts val="3600"/>
              <a:buFont typeface="Arial"/>
              <a:buNone/>
            </a:pPr>
            <a:r>
              <a:t/>
            </a:r>
            <a:endParaRPr b="0" i="1" sz="2000" u="none" cap="none" strike="noStrike">
              <a:solidFill>
                <a:schemeClr val="accent2"/>
              </a:solidFill>
              <a:latin typeface="Arial"/>
              <a:ea typeface="Arial"/>
              <a:cs typeface="Arial"/>
              <a:sym typeface="Arial"/>
            </a:endParaRPr>
          </a:p>
        </p:txBody>
      </p:sp>
      <p:sp>
        <p:nvSpPr>
          <p:cNvPr id="529" name="Google Shape;529;p10"/>
          <p:cNvSpPr txBox="1"/>
          <p:nvPr/>
        </p:nvSpPr>
        <p:spPr>
          <a:xfrm>
            <a:off x="609600" y="5684825"/>
            <a:ext cx="10972800" cy="4980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2"/>
              </a:buClr>
              <a:buSzPts val="3600"/>
              <a:buFont typeface="Arial"/>
              <a:buNone/>
            </a:pPr>
            <a:r>
              <a:rPr b="1" i="1" lang="en-US" sz="1900" u="none" cap="none" strike="noStrike">
                <a:solidFill>
                  <a:schemeClr val="dk2"/>
                </a:solidFill>
                <a:latin typeface="Arial"/>
                <a:ea typeface="Arial"/>
                <a:cs typeface="Arial"/>
                <a:sym typeface="Arial"/>
                <a:extLst>
                  <a:ext uri="http://customooxmlschemas.google.com/">
                    <go:slidesCustomData xmlns:go="http://customooxmlschemas.google.com/" textRoundtripDataId="15"/>
                  </a:ext>
                </a:extLst>
              </a:rPr>
              <a:t>Coaching membantu dalam mengungkapkan potensi terbaik seseorang sehingga mampu meningkatkan kinerja</a:t>
            </a:r>
            <a:r>
              <a:rPr b="1" i="1" lang="en-US" sz="1900" u="none" cap="none" strike="noStrike">
                <a:solidFill>
                  <a:schemeClr val="dk2"/>
                </a:solidFill>
                <a:latin typeface="Arial"/>
                <a:ea typeface="Arial"/>
                <a:cs typeface="Arial"/>
                <a:sym typeface="Arial"/>
              </a:rPr>
              <a:t> – Sir John Whitmore </a:t>
            </a:r>
            <a:endParaRPr b="1" i="1" sz="17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12"/>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535" name="Google Shape;535;p12"/>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536" name="Google Shape;536;p12"/>
          <p:cNvSpPr txBox="1"/>
          <p:nvPr/>
        </p:nvSpPr>
        <p:spPr>
          <a:xfrm>
            <a:off x="3560175"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537" name="Google Shape;537;p12"/>
          <p:cNvSpPr txBox="1"/>
          <p:nvPr/>
        </p:nvSpPr>
        <p:spPr>
          <a:xfrm>
            <a:off x="5322013"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538" name="Google Shape;538;p12"/>
          <p:cNvSpPr txBox="1"/>
          <p:nvPr/>
        </p:nvSpPr>
        <p:spPr>
          <a:xfrm>
            <a:off x="7083850"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539" name="Google Shape;539;p12"/>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540" name="Google Shape;540;p12"/>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sp>
        <p:nvSpPr>
          <p:cNvPr id="541" name="Google Shape;541;p12"/>
          <p:cNvSpPr txBox="1"/>
          <p:nvPr>
            <p:ph idx="4294967295" type="title"/>
          </p:nvPr>
        </p:nvSpPr>
        <p:spPr>
          <a:xfrm>
            <a:off x="1349830" y="979713"/>
            <a:ext cx="9906000" cy="7811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25000"/>
              <a:buFont typeface="Arial"/>
              <a:buNone/>
            </a:pPr>
            <a:r>
              <a:rPr lang="en-US" sz="3200">
                <a:solidFill>
                  <a:srgbClr val="004890"/>
                </a:solidFill>
              </a:rPr>
              <a:t>M</a:t>
            </a:r>
            <a:r>
              <a:rPr lang="en-US" sz="3200">
                <a:solidFill>
                  <a:srgbClr val="004890"/>
                </a:solidFill>
                <a:extLst>
                  <a:ext uri="http://customooxmlschemas.google.com/">
                    <go:slidesCustomData xmlns:go="http://customooxmlschemas.google.com/" textRoundtripDataId="16"/>
                  </a:ext>
                </a:extLst>
              </a:rPr>
              <a:t>ENGAPA MENGGUNAKAN PENDEKATAN COACHING DALAM PROSES OBSERVASI KELAS</a:t>
            </a:r>
            <a:r>
              <a:rPr lang="en-US" sz="3200">
                <a:solidFill>
                  <a:srgbClr val="004890"/>
                </a:solidFill>
              </a:rPr>
              <a:t>? </a:t>
            </a:r>
            <a:endParaRPr b="1" sz="3500">
              <a:solidFill>
                <a:srgbClr val="004890"/>
              </a:solidFill>
            </a:endParaRPr>
          </a:p>
        </p:txBody>
      </p:sp>
      <p:pic>
        <p:nvPicPr>
          <p:cNvPr id="542" name="Google Shape;542;p12"/>
          <p:cNvPicPr preferRelativeResize="0"/>
          <p:nvPr/>
        </p:nvPicPr>
        <p:blipFill rotWithShape="1">
          <a:blip r:embed="rId3">
            <a:alphaModFix/>
          </a:blip>
          <a:srcRect b="0" l="0" r="0" t="0"/>
          <a:stretch/>
        </p:blipFill>
        <p:spPr>
          <a:xfrm>
            <a:off x="484950" y="936050"/>
            <a:ext cx="695900" cy="937950"/>
          </a:xfrm>
          <a:prstGeom prst="rect">
            <a:avLst/>
          </a:prstGeom>
          <a:noFill/>
          <a:ln>
            <a:noFill/>
          </a:ln>
        </p:spPr>
      </p:pic>
      <p:sp>
        <p:nvSpPr>
          <p:cNvPr id="543" name="Google Shape;543;p12"/>
          <p:cNvSpPr txBox="1"/>
          <p:nvPr>
            <p:ph idx="4294967295" type="title"/>
          </p:nvPr>
        </p:nvSpPr>
        <p:spPr>
          <a:xfrm>
            <a:off x="415700" y="3121825"/>
            <a:ext cx="3795900" cy="16260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2"/>
              </a:buClr>
              <a:buSzPts val="3600"/>
              <a:buFont typeface="Arial"/>
              <a:buNone/>
            </a:pPr>
            <a:r>
              <a:rPr lang="en-US" sz="3500">
                <a:solidFill>
                  <a:schemeClr val="accent2"/>
                </a:solidFill>
              </a:rPr>
              <a:t>PRINSIP UTAMA PENDEKATAN </a:t>
            </a:r>
            <a:r>
              <a:rPr i="1" lang="en-US" sz="3500">
                <a:solidFill>
                  <a:schemeClr val="accent2"/>
                </a:solidFill>
              </a:rPr>
              <a:t>COACHING</a:t>
            </a:r>
            <a:endParaRPr i="1" sz="3500">
              <a:solidFill>
                <a:schemeClr val="accent2"/>
              </a:solidFill>
            </a:endParaRPr>
          </a:p>
        </p:txBody>
      </p:sp>
      <p:cxnSp>
        <p:nvCxnSpPr>
          <p:cNvPr id="544" name="Google Shape;544;p12"/>
          <p:cNvCxnSpPr/>
          <p:nvPr/>
        </p:nvCxnSpPr>
        <p:spPr>
          <a:xfrm flipH="1" rot="10800000">
            <a:off x="4522450" y="2659675"/>
            <a:ext cx="1336200" cy="1206900"/>
          </a:xfrm>
          <a:prstGeom prst="straightConnector1">
            <a:avLst/>
          </a:prstGeom>
          <a:noFill/>
          <a:ln cap="flat" cmpd="sng" w="9525">
            <a:solidFill>
              <a:srgbClr val="FFBD59"/>
            </a:solidFill>
            <a:prstDash val="solid"/>
            <a:round/>
            <a:headEnd len="sm" w="sm" type="none"/>
            <a:tailEnd len="sm" w="sm" type="none"/>
          </a:ln>
        </p:spPr>
      </p:cxnSp>
      <p:cxnSp>
        <p:nvCxnSpPr>
          <p:cNvPr id="545" name="Google Shape;545;p12"/>
          <p:cNvCxnSpPr/>
          <p:nvPr/>
        </p:nvCxnSpPr>
        <p:spPr>
          <a:xfrm>
            <a:off x="4522450" y="4095175"/>
            <a:ext cx="1369200" cy="300"/>
          </a:xfrm>
          <a:prstGeom prst="straightConnector1">
            <a:avLst/>
          </a:prstGeom>
          <a:noFill/>
          <a:ln cap="flat" cmpd="sng" w="9525">
            <a:solidFill>
              <a:srgbClr val="FFBD59"/>
            </a:solidFill>
            <a:prstDash val="solid"/>
            <a:round/>
            <a:headEnd len="sm" w="sm" type="none"/>
            <a:tailEnd len="sm" w="sm" type="none"/>
          </a:ln>
        </p:spPr>
      </p:cxnSp>
      <p:cxnSp>
        <p:nvCxnSpPr>
          <p:cNvPr id="546" name="Google Shape;546;p12"/>
          <p:cNvCxnSpPr/>
          <p:nvPr/>
        </p:nvCxnSpPr>
        <p:spPr>
          <a:xfrm>
            <a:off x="4568800" y="4324075"/>
            <a:ext cx="1369200" cy="1008000"/>
          </a:xfrm>
          <a:prstGeom prst="straightConnector1">
            <a:avLst/>
          </a:prstGeom>
          <a:noFill/>
          <a:ln cap="flat" cmpd="sng" w="9525">
            <a:solidFill>
              <a:srgbClr val="FFBD59"/>
            </a:solidFill>
            <a:prstDash val="solid"/>
            <a:round/>
            <a:headEnd len="sm" w="sm" type="none"/>
            <a:tailEnd len="sm" w="sm" type="none"/>
          </a:ln>
        </p:spPr>
      </p:cxnSp>
      <p:sp>
        <p:nvSpPr>
          <p:cNvPr id="547" name="Google Shape;547;p12"/>
          <p:cNvSpPr txBox="1"/>
          <p:nvPr>
            <p:ph idx="4294967295" type="title"/>
          </p:nvPr>
        </p:nvSpPr>
        <p:spPr>
          <a:xfrm>
            <a:off x="7704675" y="2121000"/>
            <a:ext cx="3501900" cy="558600"/>
          </a:xfrm>
          <a:prstGeom prst="rect">
            <a:avLst/>
          </a:prstGeom>
          <a:solidFill>
            <a:srgbClr val="FFBD59"/>
          </a:solid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2857"/>
              <a:buFont typeface="Arial"/>
              <a:buNone/>
            </a:pPr>
            <a:r>
              <a:rPr lang="en-US" sz="3500">
                <a:solidFill>
                  <a:schemeClr val="lt1"/>
                </a:solidFill>
                <a:latin typeface="Arial"/>
                <a:ea typeface="Arial"/>
                <a:cs typeface="Arial"/>
                <a:sym typeface="Arial"/>
              </a:rPr>
              <a:t>Kemitraan</a:t>
            </a:r>
            <a:endParaRPr i="1" sz="3500">
              <a:solidFill>
                <a:schemeClr val="lt1"/>
              </a:solidFill>
              <a:latin typeface="Arial"/>
              <a:ea typeface="Arial"/>
              <a:cs typeface="Arial"/>
              <a:sym typeface="Arial"/>
            </a:endParaRPr>
          </a:p>
        </p:txBody>
      </p:sp>
      <p:sp>
        <p:nvSpPr>
          <p:cNvPr id="548" name="Google Shape;548;p12"/>
          <p:cNvSpPr txBox="1"/>
          <p:nvPr>
            <p:ph idx="4294967295" type="title"/>
          </p:nvPr>
        </p:nvSpPr>
        <p:spPr>
          <a:xfrm>
            <a:off x="7704675" y="3606125"/>
            <a:ext cx="3501900" cy="558600"/>
          </a:xfrm>
          <a:prstGeom prst="rect">
            <a:avLst/>
          </a:prstGeom>
          <a:solidFill>
            <a:srgbClr val="FFBD59"/>
          </a:solid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2857"/>
              <a:buFont typeface="Arial"/>
              <a:buNone/>
            </a:pPr>
            <a:r>
              <a:rPr lang="en-US" sz="3500">
                <a:solidFill>
                  <a:schemeClr val="lt1"/>
                </a:solidFill>
                <a:latin typeface="Arial"/>
                <a:ea typeface="Arial"/>
                <a:cs typeface="Arial"/>
                <a:sym typeface="Arial"/>
              </a:rPr>
              <a:t>Proses kreatif</a:t>
            </a:r>
            <a:endParaRPr i="1" sz="3500">
              <a:solidFill>
                <a:schemeClr val="lt1"/>
              </a:solidFill>
              <a:latin typeface="Arial"/>
              <a:ea typeface="Arial"/>
              <a:cs typeface="Arial"/>
              <a:sym typeface="Arial"/>
            </a:endParaRPr>
          </a:p>
        </p:txBody>
      </p:sp>
      <p:sp>
        <p:nvSpPr>
          <p:cNvPr id="549" name="Google Shape;549;p12"/>
          <p:cNvSpPr txBox="1"/>
          <p:nvPr>
            <p:ph idx="4294967295" type="title"/>
          </p:nvPr>
        </p:nvSpPr>
        <p:spPr>
          <a:xfrm>
            <a:off x="7732839" y="5097729"/>
            <a:ext cx="3501900" cy="495600"/>
          </a:xfrm>
          <a:prstGeom prst="rect">
            <a:avLst/>
          </a:prstGeom>
          <a:solidFill>
            <a:srgbClr val="FFBD59"/>
          </a:solid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14284"/>
              <a:buFont typeface="Arial"/>
              <a:buNone/>
            </a:pPr>
            <a:r>
              <a:rPr lang="en-US" sz="3500">
                <a:solidFill>
                  <a:schemeClr val="lt1"/>
                </a:solidFill>
                <a:latin typeface="Arial"/>
                <a:ea typeface="Arial"/>
                <a:cs typeface="Arial"/>
                <a:sym typeface="Arial"/>
              </a:rPr>
              <a:t>Menggali potensi</a:t>
            </a:r>
            <a:endParaRPr i="1" sz="3500">
              <a:solidFill>
                <a:schemeClr val="lt1"/>
              </a:solidFill>
              <a:latin typeface="Arial"/>
              <a:ea typeface="Arial"/>
              <a:cs typeface="Arial"/>
              <a:sym typeface="Arial"/>
            </a:endParaRPr>
          </a:p>
        </p:txBody>
      </p:sp>
      <p:pic>
        <p:nvPicPr>
          <p:cNvPr id="550" name="Google Shape;550;p12"/>
          <p:cNvPicPr preferRelativeResize="0"/>
          <p:nvPr/>
        </p:nvPicPr>
        <p:blipFill rotWithShape="1">
          <a:blip r:embed="rId4">
            <a:alphaModFix/>
          </a:blip>
          <a:srcRect b="0" l="0" r="0" t="0"/>
          <a:stretch/>
        </p:blipFill>
        <p:spPr>
          <a:xfrm>
            <a:off x="6099175" y="1903850"/>
            <a:ext cx="1450500" cy="1450500"/>
          </a:xfrm>
          <a:prstGeom prst="rect">
            <a:avLst/>
          </a:prstGeom>
          <a:noFill/>
          <a:ln>
            <a:noFill/>
          </a:ln>
        </p:spPr>
      </p:pic>
      <p:pic>
        <p:nvPicPr>
          <p:cNvPr id="551" name="Google Shape;551;p12"/>
          <p:cNvPicPr preferRelativeResize="0"/>
          <p:nvPr/>
        </p:nvPicPr>
        <p:blipFill rotWithShape="1">
          <a:blip r:embed="rId5">
            <a:alphaModFix/>
          </a:blip>
          <a:srcRect b="0" l="0" r="0" t="0"/>
          <a:stretch/>
        </p:blipFill>
        <p:spPr>
          <a:xfrm>
            <a:off x="6008384" y="3206175"/>
            <a:ext cx="1625900" cy="1625900"/>
          </a:xfrm>
          <a:prstGeom prst="rect">
            <a:avLst/>
          </a:prstGeom>
          <a:noFill/>
          <a:ln>
            <a:noFill/>
          </a:ln>
        </p:spPr>
      </p:pic>
      <p:pic>
        <p:nvPicPr>
          <p:cNvPr id="552" name="Google Shape;552;p12"/>
          <p:cNvPicPr preferRelativeResize="0"/>
          <p:nvPr/>
        </p:nvPicPr>
        <p:blipFill rotWithShape="1">
          <a:blip r:embed="rId6">
            <a:alphaModFix/>
          </a:blip>
          <a:srcRect b="0" l="0" r="0" t="0"/>
          <a:stretch/>
        </p:blipFill>
        <p:spPr>
          <a:xfrm>
            <a:off x="6307127" y="4793725"/>
            <a:ext cx="1143000" cy="1143000"/>
          </a:xfrm>
          <a:prstGeom prst="rect">
            <a:avLst/>
          </a:prstGeom>
          <a:noFill/>
          <a:ln>
            <a:noFill/>
          </a:ln>
        </p:spPr>
      </p:pic>
      <p:sp>
        <p:nvSpPr>
          <p:cNvPr id="553" name="Google Shape;553;p12"/>
          <p:cNvSpPr txBox="1"/>
          <p:nvPr/>
        </p:nvSpPr>
        <p:spPr>
          <a:xfrm>
            <a:off x="7725071" y="2671475"/>
            <a:ext cx="4202400" cy="854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rPr>
              <a:t>Kepala sekolah (coach) dan guru (coachee) adalah mitra dalam mencari solusi bukan interaksi antara atasan dan bawahan.</a:t>
            </a:r>
            <a:endParaRPr sz="1600">
              <a:solidFill>
                <a:schemeClr val="dk1"/>
              </a:solidFill>
            </a:endParaRPr>
          </a:p>
        </p:txBody>
      </p:sp>
      <p:sp>
        <p:nvSpPr>
          <p:cNvPr id="554" name="Google Shape;554;p12"/>
          <p:cNvSpPr txBox="1"/>
          <p:nvPr/>
        </p:nvSpPr>
        <p:spPr>
          <a:xfrm>
            <a:off x="7708486" y="4159139"/>
            <a:ext cx="4202400" cy="854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rPr>
              <a:t>Dilandasi dengan masalah yang ingin dipecahkan akan memunculkan ide-ide kreatif atau solusi yang kontekstual</a:t>
            </a:r>
            <a:endParaRPr sz="1600">
              <a:solidFill>
                <a:schemeClr val="dk1"/>
              </a:solidFill>
            </a:endParaRPr>
          </a:p>
        </p:txBody>
      </p:sp>
      <p:sp>
        <p:nvSpPr>
          <p:cNvPr id="555" name="Google Shape;555;p12"/>
          <p:cNvSpPr txBox="1"/>
          <p:nvPr/>
        </p:nvSpPr>
        <p:spPr>
          <a:xfrm>
            <a:off x="7748229" y="5607095"/>
            <a:ext cx="4202400" cy="854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rPr>
              <a:t>Coach tidak langsung memberikan solusi namun menggali potensi dan ide yang dimiliki oleh coachee</a:t>
            </a:r>
            <a:endParaRPr sz="16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366c81cce41_0_0"/>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561" name="Google Shape;561;g366c81cce41_0_0"/>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562" name="Google Shape;562;g366c81cce41_0_0"/>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563" name="Google Shape;563;g366c81cce41_0_0"/>
          <p:cNvSpPr txBox="1"/>
          <p:nvPr/>
        </p:nvSpPr>
        <p:spPr>
          <a:xfrm>
            <a:off x="5322013"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564" name="Google Shape;564;g366c81cce41_0_0"/>
          <p:cNvSpPr txBox="1"/>
          <p:nvPr/>
        </p:nvSpPr>
        <p:spPr>
          <a:xfrm>
            <a:off x="7083850"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565" name="Google Shape;565;g366c81cce41_0_0"/>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566" name="Google Shape;566;g366c81cce41_0_0"/>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pic>
        <p:nvPicPr>
          <p:cNvPr id="567" name="Google Shape;567;g366c81cce41_0_0"/>
          <p:cNvPicPr preferRelativeResize="0"/>
          <p:nvPr/>
        </p:nvPicPr>
        <p:blipFill rotWithShape="1">
          <a:blip r:embed="rId3">
            <a:alphaModFix/>
          </a:blip>
          <a:srcRect b="0" l="0" r="0" t="0"/>
          <a:stretch/>
        </p:blipFill>
        <p:spPr>
          <a:xfrm>
            <a:off x="643950" y="740300"/>
            <a:ext cx="843050" cy="859900"/>
          </a:xfrm>
          <a:prstGeom prst="rect">
            <a:avLst/>
          </a:prstGeom>
          <a:noFill/>
          <a:ln>
            <a:noFill/>
          </a:ln>
        </p:spPr>
      </p:pic>
      <p:sp>
        <p:nvSpPr>
          <p:cNvPr id="568" name="Google Shape;568;g366c81cce41_0_0"/>
          <p:cNvSpPr txBox="1"/>
          <p:nvPr>
            <p:ph idx="4294967295" type="title"/>
          </p:nvPr>
        </p:nvSpPr>
        <p:spPr>
          <a:xfrm>
            <a:off x="1658955" y="779638"/>
            <a:ext cx="9906000" cy="7812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25000"/>
              <a:buFont typeface="Arial"/>
              <a:buNone/>
            </a:pPr>
            <a:r>
              <a:rPr lang="en-US" sz="3200">
                <a:solidFill>
                  <a:srgbClr val="004890"/>
                </a:solidFill>
              </a:rPr>
              <a:t>PERILAKU COACHING: </a:t>
            </a:r>
            <a:endParaRPr sz="3200">
              <a:solidFill>
                <a:srgbClr val="004890"/>
              </a:solidFill>
            </a:endParaRPr>
          </a:p>
          <a:p>
            <a:pPr indent="0" lvl="0" marL="0" rtl="0" algn="l">
              <a:lnSpc>
                <a:spcPct val="90000"/>
              </a:lnSpc>
              <a:spcBef>
                <a:spcPts val="0"/>
              </a:spcBef>
              <a:spcAft>
                <a:spcPts val="0"/>
              </a:spcAft>
              <a:buClr>
                <a:schemeClr val="dk2"/>
              </a:buClr>
              <a:buSzPct val="125000"/>
              <a:buFont typeface="Arial"/>
              <a:buNone/>
            </a:pPr>
            <a:r>
              <a:rPr lang="en-US" sz="3200">
                <a:solidFill>
                  <a:srgbClr val="004890"/>
                </a:solidFill>
              </a:rPr>
              <a:t>APA YANG DIANJURKAN DAN TIDAK DIANJURKAN? </a:t>
            </a:r>
            <a:endParaRPr b="1" sz="3500">
              <a:solidFill>
                <a:srgbClr val="004890"/>
              </a:solidFill>
            </a:endParaRPr>
          </a:p>
        </p:txBody>
      </p:sp>
      <p:graphicFrame>
        <p:nvGraphicFramePr>
          <p:cNvPr id="569" name="Google Shape;569;g366c81cce41_0_0"/>
          <p:cNvGraphicFramePr/>
          <p:nvPr/>
        </p:nvGraphicFramePr>
        <p:xfrm>
          <a:off x="643950" y="1791825"/>
          <a:ext cx="3000000" cy="3000000"/>
        </p:xfrm>
        <a:graphic>
          <a:graphicData uri="http://schemas.openxmlformats.org/drawingml/2006/table">
            <a:tbl>
              <a:tblPr>
                <a:noFill/>
                <a:tableStyleId>{3273B4D5-D216-4AAE-9CBB-608D30D2F6F5}</a:tableStyleId>
              </a:tblPr>
              <a:tblGrid>
                <a:gridCol w="3604550"/>
                <a:gridCol w="3604550"/>
                <a:gridCol w="3604550"/>
              </a:tblGrid>
              <a:tr h="336075">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chemeClr val="lt1"/>
                          </a:solidFill>
                        </a:rPr>
                        <a:t>Perilaku yang dianjurkan </a:t>
                      </a:r>
                      <a:endParaRPr b="1" sz="1600" u="none" cap="none" strike="noStrike">
                        <a:solidFill>
                          <a:schemeClr val="lt1"/>
                        </a:solidFill>
                      </a:endParaRPr>
                    </a:p>
                  </a:txBody>
                  <a:tcPr marT="91425" marB="91425" marR="91425" marL="91425">
                    <a:solidFill>
                      <a:srgbClr val="0070C0"/>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chemeClr val="lt1"/>
                          </a:solidFill>
                        </a:rPr>
                        <a:t>Perilaku yang tidak dianjurkan</a:t>
                      </a:r>
                      <a:endParaRPr b="1" sz="1600" u="none" cap="none" strike="noStrike">
                        <a:solidFill>
                          <a:schemeClr val="lt1"/>
                        </a:solidFill>
                      </a:endParaRPr>
                    </a:p>
                  </a:txBody>
                  <a:tcPr marT="91425" marB="91425" marR="91425" marL="91425">
                    <a:solidFill>
                      <a:srgbClr val="666666"/>
                    </a:solidFill>
                  </a:tcPr>
                </a:tc>
              </a:tr>
              <a:tr h="1104325">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1. Kehadiran penuh</a:t>
                      </a:r>
                      <a:endParaRPr b="1"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chemeClr val="lt1"/>
                        </a:buClr>
                        <a:buSzPts val="1600"/>
                        <a:buFont typeface="Arial"/>
                        <a:buChar char="●"/>
                      </a:pPr>
                      <a:r>
                        <a:rPr lang="en-US" sz="1600" u="none" cap="none" strike="noStrike">
                          <a:solidFill>
                            <a:schemeClr val="lt1"/>
                          </a:solidFill>
                        </a:rPr>
                        <a:t>Fokus pada coachee</a:t>
                      </a:r>
                      <a:endParaRPr sz="1600" u="none" cap="none" strike="noStrike">
                        <a:solidFill>
                          <a:schemeClr val="lt1"/>
                        </a:solidFill>
                      </a:endParaRPr>
                    </a:p>
                    <a:p>
                      <a:pPr indent="-330200" lvl="0" marL="457200" marR="0" rtl="0" algn="l">
                        <a:lnSpc>
                          <a:spcPct val="100000"/>
                        </a:lnSpc>
                        <a:spcBef>
                          <a:spcPts val="0"/>
                        </a:spcBef>
                        <a:spcAft>
                          <a:spcPts val="0"/>
                        </a:spcAft>
                        <a:buClr>
                          <a:schemeClr val="lt1"/>
                        </a:buClr>
                        <a:buSzPts val="1600"/>
                        <a:buFont typeface="Arial"/>
                        <a:buChar char="●"/>
                      </a:pPr>
                      <a:r>
                        <a:rPr lang="en-US" sz="1600" u="none" cap="none" strike="noStrike">
                          <a:solidFill>
                            <a:schemeClr val="lt1"/>
                          </a:solidFill>
                        </a:rPr>
                        <a:t>Bahasa tubuh positif</a:t>
                      </a:r>
                      <a:endParaRPr sz="1600" u="none" cap="none" strike="noStrike">
                        <a:solidFill>
                          <a:schemeClr val="lt1"/>
                        </a:solidFill>
                      </a:endParaRPr>
                    </a:p>
                  </a:txBody>
                  <a:tcPr marT="91425" marB="91425" marR="91425" marL="91425">
                    <a:solidFill>
                      <a:srgbClr val="0070C0"/>
                    </a:solidFill>
                  </a:tcPr>
                </a:tc>
                <a:tc>
                  <a:txBody>
                    <a:bodyPr/>
                    <a:lstStyle/>
                    <a:p>
                      <a:pPr indent="-330200" lvl="0" marL="457200" marR="0" rtl="0" algn="l">
                        <a:lnSpc>
                          <a:spcPct val="100000"/>
                        </a:lnSpc>
                        <a:spcBef>
                          <a:spcPts val="0"/>
                        </a:spcBef>
                        <a:spcAft>
                          <a:spcPts val="0"/>
                        </a:spcAft>
                        <a:buClr>
                          <a:schemeClr val="lt1"/>
                        </a:buClr>
                        <a:buSzPts val="1600"/>
                        <a:buFont typeface="Arial"/>
                        <a:buChar char="●"/>
                      </a:pPr>
                      <a:r>
                        <a:rPr lang="en-US" sz="1600" u="none" cap="none" strike="noStrike">
                          <a:solidFill>
                            <a:schemeClr val="lt1"/>
                          </a:solidFill>
                        </a:rPr>
                        <a:t>Melihat hp/laptop untuk hal lain</a:t>
                      </a:r>
                      <a:endParaRPr sz="1600" u="none" cap="none" strike="noStrike">
                        <a:solidFill>
                          <a:schemeClr val="lt1"/>
                        </a:solidFill>
                      </a:endParaRPr>
                    </a:p>
                    <a:p>
                      <a:pPr indent="-330200" lvl="0" marL="457200" marR="0" rtl="0" algn="l">
                        <a:lnSpc>
                          <a:spcPct val="100000"/>
                        </a:lnSpc>
                        <a:spcBef>
                          <a:spcPts val="0"/>
                        </a:spcBef>
                        <a:spcAft>
                          <a:spcPts val="0"/>
                        </a:spcAft>
                        <a:buClr>
                          <a:schemeClr val="lt1"/>
                        </a:buClr>
                        <a:buSzPts val="1600"/>
                        <a:buFont typeface="Arial"/>
                        <a:buChar char="●"/>
                      </a:pPr>
                      <a:r>
                        <a:rPr lang="en-US" sz="1600" u="none" cap="none" strike="noStrike">
                          <a:solidFill>
                            <a:schemeClr val="lt1"/>
                          </a:solidFill>
                        </a:rPr>
                        <a:t>Terburu-buru, gelisah</a:t>
                      </a:r>
                      <a:endParaRPr sz="1600" u="none" cap="none" strike="noStrike">
                        <a:solidFill>
                          <a:schemeClr val="lt1"/>
                        </a:solidFill>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solidFill>
                          <a:schemeClr val="lt1"/>
                        </a:solidFill>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solidFill>
                          <a:schemeClr val="lt1"/>
                        </a:solidFill>
                      </a:endParaRPr>
                    </a:p>
                  </a:txBody>
                  <a:tcPr marT="91425" marB="91425" marR="91425" marL="91425">
                    <a:solidFill>
                      <a:srgbClr val="666666"/>
                    </a:solidFill>
                  </a:tcPr>
                </a:tc>
              </a:tr>
              <a:tr h="1104325">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2. Mendengarkan aktif</a:t>
                      </a:r>
                      <a:endParaRPr b="1" sz="1600" u="none" cap="none" strike="noStrike"/>
                    </a:p>
                    <a:p>
                      <a:pPr indent="0" lvl="0" marL="0" marR="0" rtl="0" algn="l">
                        <a:lnSpc>
                          <a:spcPct val="100000"/>
                        </a:lnSpc>
                        <a:spcBef>
                          <a:spcPts val="0"/>
                        </a:spcBef>
                        <a:spcAft>
                          <a:spcPts val="0"/>
                        </a:spcAft>
                        <a:buClr>
                          <a:schemeClr val="dk1"/>
                        </a:buClr>
                        <a:buSzPts val="1100"/>
                        <a:buFont typeface="Arial"/>
                        <a:buNone/>
                      </a:pPr>
                      <a:r>
                        <a:rPr b="1" lang="en-US" sz="1600" u="none" cap="none" strike="noStrike"/>
                        <a:t>dan harus bebas dari</a:t>
                      </a:r>
                      <a:endParaRPr b="1" sz="1600" u="none" cap="none" strike="noStrike"/>
                    </a:p>
                    <a:p>
                      <a:pPr indent="0" lvl="0" marL="0" marR="0" rtl="0" algn="l">
                        <a:lnSpc>
                          <a:spcPct val="100000"/>
                        </a:lnSpc>
                        <a:spcBef>
                          <a:spcPts val="0"/>
                        </a:spcBef>
                        <a:spcAft>
                          <a:spcPts val="0"/>
                        </a:spcAft>
                        <a:buClr>
                          <a:schemeClr val="dk1"/>
                        </a:buClr>
                        <a:buSzPts val="1100"/>
                        <a:buFont typeface="Arial"/>
                        <a:buNone/>
                      </a:pPr>
                      <a:r>
                        <a:rPr b="1" lang="en-US" sz="1600" u="none" cap="none" strike="noStrike"/>
                        <a:t>asumsi</a:t>
                      </a:r>
                      <a:endParaRPr b="1" sz="1600" u="none" cap="none" strike="noStrike"/>
                    </a:p>
                    <a:p>
                      <a:pPr indent="0" lvl="0" marL="0" marR="0" rtl="0" algn="l">
                        <a:lnSpc>
                          <a:spcPct val="100000"/>
                        </a:lnSpc>
                        <a:spcBef>
                          <a:spcPts val="0"/>
                        </a:spcBef>
                        <a:spcAft>
                          <a:spcPts val="0"/>
                        </a:spcAft>
                        <a:buClr>
                          <a:srgbClr val="000000"/>
                        </a:buClr>
                        <a:buSzPts val="1600"/>
                        <a:buFont typeface="Arial"/>
                        <a:buNone/>
                      </a:pPr>
                      <a:r>
                        <a:t/>
                      </a:r>
                      <a:endParaRPr b="1"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chemeClr val="lt1"/>
                        </a:buClr>
                        <a:buSzPts val="1600"/>
                        <a:buFont typeface="Arial"/>
                        <a:buChar char="●"/>
                      </a:pPr>
                      <a:r>
                        <a:rPr lang="en-US" sz="1600" u="none" cap="none" strike="noStrike">
                          <a:solidFill>
                            <a:schemeClr val="lt1"/>
                          </a:solidFill>
                        </a:rPr>
                        <a:t>Tidak memotong pembicaraan</a:t>
                      </a:r>
                      <a:endParaRPr sz="1600" u="none" cap="none" strike="noStrike">
                        <a:solidFill>
                          <a:schemeClr val="lt1"/>
                        </a:solidFill>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solidFill>
                          <a:schemeClr val="lt1"/>
                        </a:solidFill>
                      </a:endParaRPr>
                    </a:p>
                  </a:txBody>
                  <a:tcPr marT="91425" marB="91425" marR="91425" marL="91425">
                    <a:solidFill>
                      <a:srgbClr val="0070C0"/>
                    </a:solidFill>
                  </a:tcPr>
                </a:tc>
                <a:tc>
                  <a:txBody>
                    <a:bodyPr/>
                    <a:lstStyle/>
                    <a:p>
                      <a:pPr indent="-330200" lvl="0" marL="457200" marR="0" rtl="0" algn="l">
                        <a:lnSpc>
                          <a:spcPct val="100000"/>
                        </a:lnSpc>
                        <a:spcBef>
                          <a:spcPts val="0"/>
                        </a:spcBef>
                        <a:spcAft>
                          <a:spcPts val="0"/>
                        </a:spcAft>
                        <a:buClr>
                          <a:schemeClr val="lt1"/>
                        </a:buClr>
                        <a:buSzPts val="1600"/>
                        <a:buFont typeface="Arial"/>
                        <a:buChar char="●"/>
                      </a:pPr>
                      <a:r>
                        <a:rPr lang="en-US" sz="1600" u="none" cap="none" strike="noStrike">
                          <a:solidFill>
                            <a:schemeClr val="lt1"/>
                          </a:solidFill>
                        </a:rPr>
                        <a:t>Mengasumsi maksud guru tanpa bertanya</a:t>
                      </a:r>
                      <a:endParaRPr sz="1600" u="none" cap="none" strike="noStrike">
                        <a:solidFill>
                          <a:schemeClr val="lt1"/>
                        </a:solidFill>
                      </a:endParaRPr>
                    </a:p>
                    <a:p>
                      <a:pPr indent="-330200" lvl="0" marL="457200" marR="0" rtl="0" algn="l">
                        <a:lnSpc>
                          <a:spcPct val="100000"/>
                        </a:lnSpc>
                        <a:spcBef>
                          <a:spcPts val="0"/>
                        </a:spcBef>
                        <a:spcAft>
                          <a:spcPts val="0"/>
                        </a:spcAft>
                        <a:buClr>
                          <a:schemeClr val="lt1"/>
                        </a:buClr>
                        <a:buSzPts val="1600"/>
                        <a:buFont typeface="Arial"/>
                        <a:buChar char="●"/>
                      </a:pPr>
                      <a:r>
                        <a:rPr lang="en-US" sz="1600" u="none" cap="none" strike="noStrike">
                          <a:solidFill>
                            <a:schemeClr val="lt1"/>
                          </a:solidFill>
                        </a:rPr>
                        <a:t>Menanggapi secara teknis tanpa empati</a:t>
                      </a:r>
                      <a:endParaRPr sz="1600" u="none" cap="none" strike="noStrike">
                        <a:solidFill>
                          <a:schemeClr val="lt1"/>
                        </a:solidFill>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solidFill>
                          <a:schemeClr val="lt1"/>
                        </a:solidFill>
                      </a:endParaRPr>
                    </a:p>
                  </a:txBody>
                  <a:tcPr marT="91425" marB="91425" marR="91425" marL="91425">
                    <a:solidFill>
                      <a:srgbClr val="666666"/>
                    </a:solidFill>
                  </a:tcPr>
                </a:tc>
              </a:tr>
              <a:tr h="912275">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3. Mengajukan</a:t>
                      </a:r>
                      <a:endParaRPr b="1" sz="1600" u="none" cap="none" strike="noStrike"/>
                    </a:p>
                    <a:p>
                      <a:pPr indent="0" lvl="0" marL="0" marR="0" rtl="0" algn="l">
                        <a:lnSpc>
                          <a:spcPct val="100000"/>
                        </a:lnSpc>
                        <a:spcBef>
                          <a:spcPts val="0"/>
                        </a:spcBef>
                        <a:spcAft>
                          <a:spcPts val="0"/>
                        </a:spcAft>
                        <a:buClr>
                          <a:schemeClr val="dk1"/>
                        </a:buClr>
                        <a:buSzPts val="1100"/>
                        <a:buFont typeface="Arial"/>
                        <a:buNone/>
                      </a:pPr>
                      <a:r>
                        <a:rPr b="1" lang="en-US" sz="1600" u="none" cap="none" strike="noStrike"/>
                        <a:t>pertanyaan yang</a:t>
                      </a:r>
                      <a:endParaRPr b="1" sz="16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t>berbobot pada </a:t>
                      </a:r>
                      <a:endParaRPr b="1" sz="16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t>coachee</a:t>
                      </a:r>
                      <a:endParaRPr b="1"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chemeClr val="lt1"/>
                        </a:buClr>
                        <a:buSzPts val="1600"/>
                        <a:buFont typeface="Arial"/>
                        <a:buChar char="●"/>
                      </a:pPr>
                      <a:r>
                        <a:rPr lang="en-US" sz="1600" u="none" cap="none" strike="noStrike">
                          <a:solidFill>
                            <a:schemeClr val="lt1"/>
                          </a:solidFill>
                        </a:rPr>
                        <a:t>Fokus pada pertumbuhan dan solusi</a:t>
                      </a:r>
                      <a:endParaRPr sz="1600" u="none" cap="none" strike="noStrike">
                        <a:solidFill>
                          <a:schemeClr val="lt1"/>
                        </a:solidFill>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solidFill>
                          <a:schemeClr val="lt1"/>
                        </a:solidFill>
                      </a:endParaRPr>
                    </a:p>
                  </a:txBody>
                  <a:tcPr marT="91425" marB="91425" marR="91425" marL="91425">
                    <a:solidFill>
                      <a:srgbClr val="0070C0"/>
                    </a:solidFill>
                  </a:tcPr>
                </a:tc>
                <a:tc>
                  <a:txBody>
                    <a:bodyPr/>
                    <a:lstStyle/>
                    <a:p>
                      <a:pPr indent="-330200" lvl="0" marL="457200" marR="0" rtl="0" algn="l">
                        <a:lnSpc>
                          <a:spcPct val="100000"/>
                        </a:lnSpc>
                        <a:spcBef>
                          <a:spcPts val="0"/>
                        </a:spcBef>
                        <a:spcAft>
                          <a:spcPts val="0"/>
                        </a:spcAft>
                        <a:buClr>
                          <a:schemeClr val="lt1"/>
                        </a:buClr>
                        <a:buSzPts val="1600"/>
                        <a:buFont typeface="Arial"/>
                        <a:buChar char="●"/>
                      </a:pPr>
                      <a:r>
                        <a:rPr lang="en-US" sz="1600" u="none" cap="none" strike="noStrike">
                          <a:solidFill>
                            <a:schemeClr val="lt1"/>
                          </a:solidFill>
                        </a:rPr>
                        <a:t>Pertanyaan menghakimi atau menyudutkan</a:t>
                      </a:r>
                      <a:endParaRPr sz="1600" u="none" cap="none" strike="noStrike">
                        <a:solidFill>
                          <a:schemeClr val="lt1"/>
                        </a:solidFill>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solidFill>
                          <a:schemeClr val="lt1"/>
                        </a:solidFill>
                      </a:endParaRPr>
                    </a:p>
                  </a:txBody>
                  <a:tcPr marT="91425" marB="91425" marR="91425" marL="91425">
                    <a:solidFill>
                      <a:srgbClr val="666666"/>
                    </a:solidFill>
                  </a:tcPr>
                </a:tc>
              </a:tr>
            </a:tbl>
          </a:graphicData>
        </a:graphic>
      </p:graphicFrame>
      <p:pic>
        <p:nvPicPr>
          <p:cNvPr id="570" name="Google Shape;570;g366c81cce41_0_0"/>
          <p:cNvPicPr preferRelativeResize="0"/>
          <p:nvPr/>
        </p:nvPicPr>
        <p:blipFill rotWithShape="1">
          <a:blip r:embed="rId4">
            <a:alphaModFix/>
          </a:blip>
          <a:srcRect b="0" l="0" r="0" t="0"/>
          <a:stretch/>
        </p:blipFill>
        <p:spPr>
          <a:xfrm>
            <a:off x="3061975" y="2362575"/>
            <a:ext cx="843050" cy="843050"/>
          </a:xfrm>
          <a:prstGeom prst="rect">
            <a:avLst/>
          </a:prstGeom>
          <a:noFill/>
          <a:ln>
            <a:noFill/>
          </a:ln>
        </p:spPr>
      </p:pic>
      <p:pic>
        <p:nvPicPr>
          <p:cNvPr id="571" name="Google Shape;571;g366c81cce41_0_0"/>
          <p:cNvPicPr preferRelativeResize="0"/>
          <p:nvPr/>
        </p:nvPicPr>
        <p:blipFill rotWithShape="1">
          <a:blip r:embed="rId5">
            <a:alphaModFix/>
          </a:blip>
          <a:srcRect b="0" l="0" r="0" t="0"/>
          <a:stretch/>
        </p:blipFill>
        <p:spPr>
          <a:xfrm>
            <a:off x="3053550" y="3606400"/>
            <a:ext cx="859900" cy="859900"/>
          </a:xfrm>
          <a:prstGeom prst="rect">
            <a:avLst/>
          </a:prstGeom>
          <a:noFill/>
          <a:ln>
            <a:noFill/>
          </a:ln>
        </p:spPr>
      </p:pic>
      <p:pic>
        <p:nvPicPr>
          <p:cNvPr id="572" name="Google Shape;572;g366c81cce41_0_0"/>
          <p:cNvPicPr preferRelativeResize="0"/>
          <p:nvPr/>
        </p:nvPicPr>
        <p:blipFill rotWithShape="1">
          <a:blip r:embed="rId6">
            <a:alphaModFix/>
          </a:blip>
          <a:srcRect b="0" l="0" r="0" t="0"/>
          <a:stretch/>
        </p:blipFill>
        <p:spPr>
          <a:xfrm>
            <a:off x="3053550" y="4869350"/>
            <a:ext cx="859900" cy="859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66c81cce41_0_38"/>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578" name="Google Shape;578;g366c81cce41_0_38"/>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579" name="Google Shape;579;g366c81cce41_0_38"/>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580" name="Google Shape;580;g366c81cce41_0_38"/>
          <p:cNvSpPr txBox="1"/>
          <p:nvPr/>
        </p:nvSpPr>
        <p:spPr>
          <a:xfrm>
            <a:off x="5322013"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581" name="Google Shape;581;g366c81cce41_0_38"/>
          <p:cNvSpPr txBox="1"/>
          <p:nvPr/>
        </p:nvSpPr>
        <p:spPr>
          <a:xfrm>
            <a:off x="7083850"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582" name="Google Shape;582;g366c81cce41_0_38"/>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583" name="Google Shape;583;g366c81cce41_0_38"/>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pic>
        <p:nvPicPr>
          <p:cNvPr id="584" name="Google Shape;584;g366c81cce41_0_38"/>
          <p:cNvPicPr preferRelativeResize="0"/>
          <p:nvPr/>
        </p:nvPicPr>
        <p:blipFill rotWithShape="1">
          <a:blip r:embed="rId3">
            <a:alphaModFix/>
          </a:blip>
          <a:srcRect b="0" l="0" r="0" t="0"/>
          <a:stretch/>
        </p:blipFill>
        <p:spPr>
          <a:xfrm>
            <a:off x="451850" y="952500"/>
            <a:ext cx="1295400" cy="723900"/>
          </a:xfrm>
          <a:prstGeom prst="rect">
            <a:avLst/>
          </a:prstGeom>
          <a:noFill/>
          <a:ln>
            <a:noFill/>
          </a:ln>
        </p:spPr>
      </p:pic>
      <p:sp>
        <p:nvSpPr>
          <p:cNvPr id="585" name="Google Shape;585;g366c81cce41_0_38"/>
          <p:cNvSpPr txBox="1"/>
          <p:nvPr>
            <p:ph idx="4294967295" type="title"/>
          </p:nvPr>
        </p:nvSpPr>
        <p:spPr>
          <a:xfrm>
            <a:off x="1798350" y="522514"/>
            <a:ext cx="9800100" cy="1258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solidFill>
                  <a:srgbClr val="004890"/>
                </a:solidFill>
              </a:rPr>
              <a:t>KAPAN </a:t>
            </a:r>
            <a:r>
              <a:rPr i="1" lang="en-US">
                <a:solidFill>
                  <a:srgbClr val="004890"/>
                </a:solidFill>
              </a:rPr>
              <a:t>COACHING</a:t>
            </a:r>
            <a:r>
              <a:rPr lang="en-US">
                <a:solidFill>
                  <a:srgbClr val="004890"/>
                </a:solidFill>
              </a:rPr>
              <a:t> DITERAPKAN DALAM PROSES OBSERVASI KELAS?</a:t>
            </a:r>
            <a:endParaRPr>
              <a:solidFill>
                <a:srgbClr val="004890"/>
              </a:solidFill>
            </a:endParaRPr>
          </a:p>
        </p:txBody>
      </p:sp>
      <p:pic>
        <p:nvPicPr>
          <p:cNvPr id="586" name="Google Shape;586;g366c81cce41_0_38"/>
          <p:cNvPicPr preferRelativeResize="0"/>
          <p:nvPr/>
        </p:nvPicPr>
        <p:blipFill rotWithShape="1">
          <a:blip r:embed="rId4">
            <a:alphaModFix/>
          </a:blip>
          <a:srcRect b="0" l="0" r="0" t="0"/>
          <a:stretch/>
        </p:blipFill>
        <p:spPr>
          <a:xfrm>
            <a:off x="913850" y="1914849"/>
            <a:ext cx="10266849" cy="2049725"/>
          </a:xfrm>
          <a:prstGeom prst="rect">
            <a:avLst/>
          </a:prstGeom>
          <a:noFill/>
          <a:ln>
            <a:noFill/>
          </a:ln>
        </p:spPr>
      </p:pic>
      <p:sp>
        <p:nvSpPr>
          <p:cNvPr id="587" name="Google Shape;587;g366c81cce41_0_38"/>
          <p:cNvSpPr txBox="1"/>
          <p:nvPr>
            <p:ph idx="4294967295" type="title"/>
          </p:nvPr>
        </p:nvSpPr>
        <p:spPr>
          <a:xfrm>
            <a:off x="635025" y="4032625"/>
            <a:ext cx="3501900" cy="300000"/>
          </a:xfrm>
          <a:prstGeom prst="rect">
            <a:avLst/>
          </a:prstGeom>
          <a:solidFill>
            <a:srgbClr val="0070C0"/>
          </a:solid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2"/>
              </a:buClr>
              <a:buSzPct val="180000"/>
              <a:buFont typeface="Arial"/>
              <a:buNone/>
            </a:pPr>
            <a:r>
              <a:rPr lang="en-US" sz="2000">
                <a:solidFill>
                  <a:schemeClr val="lt1"/>
                </a:solidFill>
              </a:rPr>
              <a:t>Perencanaan</a:t>
            </a:r>
            <a:endParaRPr i="1" sz="2000">
              <a:solidFill>
                <a:schemeClr val="lt1"/>
              </a:solidFill>
              <a:latin typeface="Arial"/>
              <a:ea typeface="Arial"/>
              <a:cs typeface="Arial"/>
              <a:sym typeface="Arial"/>
            </a:endParaRPr>
          </a:p>
        </p:txBody>
      </p:sp>
      <p:sp>
        <p:nvSpPr>
          <p:cNvPr id="588" name="Google Shape;588;g366c81cce41_0_38"/>
          <p:cNvSpPr txBox="1"/>
          <p:nvPr>
            <p:ph idx="4294967295" type="title"/>
          </p:nvPr>
        </p:nvSpPr>
        <p:spPr>
          <a:xfrm>
            <a:off x="4416800" y="4032625"/>
            <a:ext cx="3501900" cy="300000"/>
          </a:xfrm>
          <a:prstGeom prst="rect">
            <a:avLst/>
          </a:prstGeom>
          <a:solidFill>
            <a:srgbClr val="0070C0"/>
          </a:solid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2"/>
              </a:buClr>
              <a:buSzPct val="180000"/>
              <a:buFont typeface="Arial"/>
              <a:buNone/>
            </a:pPr>
            <a:r>
              <a:rPr lang="en-US" sz="2000">
                <a:solidFill>
                  <a:schemeClr val="lt1"/>
                </a:solidFill>
              </a:rPr>
              <a:t>Pelaksanaan observasi</a:t>
            </a:r>
            <a:endParaRPr i="1" sz="2000">
              <a:solidFill>
                <a:schemeClr val="lt1"/>
              </a:solidFill>
              <a:latin typeface="Arial"/>
              <a:ea typeface="Arial"/>
              <a:cs typeface="Arial"/>
              <a:sym typeface="Arial"/>
            </a:endParaRPr>
          </a:p>
        </p:txBody>
      </p:sp>
      <p:sp>
        <p:nvSpPr>
          <p:cNvPr id="589" name="Google Shape;589;g366c81cce41_0_38"/>
          <p:cNvSpPr txBox="1"/>
          <p:nvPr>
            <p:ph idx="4294967295" type="title"/>
          </p:nvPr>
        </p:nvSpPr>
        <p:spPr>
          <a:xfrm>
            <a:off x="8096550" y="4032625"/>
            <a:ext cx="3501900" cy="300000"/>
          </a:xfrm>
          <a:prstGeom prst="rect">
            <a:avLst/>
          </a:prstGeom>
          <a:solidFill>
            <a:srgbClr val="0070C0"/>
          </a:solid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2"/>
              </a:buClr>
              <a:buSzPct val="180000"/>
              <a:buFont typeface="Arial"/>
              <a:buNone/>
            </a:pPr>
            <a:r>
              <a:rPr lang="en-US" sz="2000">
                <a:solidFill>
                  <a:schemeClr val="lt1"/>
                </a:solidFill>
              </a:rPr>
              <a:t>Umpan balik pasca observasi</a:t>
            </a:r>
            <a:endParaRPr i="1" sz="2000">
              <a:solidFill>
                <a:schemeClr val="lt1"/>
              </a:solidFill>
              <a:latin typeface="Arial"/>
              <a:ea typeface="Arial"/>
              <a:cs typeface="Arial"/>
              <a:sym typeface="Arial"/>
            </a:endParaRPr>
          </a:p>
        </p:txBody>
      </p:sp>
      <p:sp>
        <p:nvSpPr>
          <p:cNvPr id="590" name="Google Shape;590;g366c81cce41_0_38"/>
          <p:cNvSpPr txBox="1"/>
          <p:nvPr>
            <p:ph idx="1" type="body"/>
          </p:nvPr>
        </p:nvSpPr>
        <p:spPr>
          <a:xfrm>
            <a:off x="628425" y="4406439"/>
            <a:ext cx="3383400" cy="19617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2400"/>
              <a:buFont typeface="Noto Sans Symbols"/>
              <a:buChar char="❑"/>
            </a:pPr>
            <a:r>
              <a:rPr lang="en-US" sz="2000"/>
              <a:t>Diskusi awal dengan guru</a:t>
            </a:r>
            <a:endParaRPr sz="2000"/>
          </a:p>
          <a:p>
            <a:pPr indent="-342900" lvl="0" marL="342900" rtl="0" algn="l">
              <a:lnSpc>
                <a:spcPct val="100000"/>
              </a:lnSpc>
              <a:spcBef>
                <a:spcPts val="0"/>
              </a:spcBef>
              <a:spcAft>
                <a:spcPts val="0"/>
              </a:spcAft>
              <a:buSzPts val="2400"/>
              <a:buFont typeface="Noto Sans Symbols"/>
              <a:buChar char="❑"/>
            </a:pPr>
            <a:r>
              <a:rPr lang="en-US" sz="2000"/>
              <a:t>Menentukan fokus observasi</a:t>
            </a:r>
            <a:endParaRPr sz="2000"/>
          </a:p>
        </p:txBody>
      </p:sp>
      <p:sp>
        <p:nvSpPr>
          <p:cNvPr id="591" name="Google Shape;591;g366c81cce41_0_38"/>
          <p:cNvSpPr txBox="1"/>
          <p:nvPr>
            <p:ph idx="2" type="body"/>
          </p:nvPr>
        </p:nvSpPr>
        <p:spPr>
          <a:xfrm>
            <a:off x="8256369" y="4417466"/>
            <a:ext cx="3383400" cy="1874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2400"/>
              <a:buFont typeface="Noto Sans Symbols"/>
              <a:buChar char="❑"/>
            </a:pPr>
            <a:r>
              <a:rPr lang="en-US" sz="2000"/>
              <a:t>Inilah titik krusial penerapan Coaching</a:t>
            </a:r>
            <a:endParaRPr/>
          </a:p>
          <a:p>
            <a:pPr indent="-190500" lvl="0" marL="342900" rtl="0" algn="l">
              <a:lnSpc>
                <a:spcPct val="100000"/>
              </a:lnSpc>
              <a:spcBef>
                <a:spcPts val="0"/>
              </a:spcBef>
              <a:spcAft>
                <a:spcPts val="0"/>
              </a:spcAft>
              <a:buSzPts val="2400"/>
              <a:buFont typeface="Noto Sans Symbols"/>
              <a:buNone/>
            </a:pPr>
            <a:r>
              <a:t/>
            </a:r>
            <a:endParaRPr sz="2000"/>
          </a:p>
          <a:p>
            <a:pPr indent="-342900" lvl="0" marL="342900" rtl="0" algn="l">
              <a:lnSpc>
                <a:spcPct val="100000"/>
              </a:lnSpc>
              <a:spcBef>
                <a:spcPts val="0"/>
              </a:spcBef>
              <a:spcAft>
                <a:spcPts val="0"/>
              </a:spcAft>
              <a:buSzPts val="2400"/>
              <a:buFont typeface="Noto Sans Symbols"/>
              <a:buChar char="❑"/>
            </a:pPr>
            <a:r>
              <a:rPr lang="en-US" sz="2000"/>
              <a:t>Percakapan reflektif oleh pemberdayaan guru</a:t>
            </a:r>
            <a:endParaRPr sz="2000"/>
          </a:p>
        </p:txBody>
      </p:sp>
      <p:sp>
        <p:nvSpPr>
          <p:cNvPr id="592" name="Google Shape;592;g366c81cce41_0_38"/>
          <p:cNvSpPr txBox="1"/>
          <p:nvPr/>
        </p:nvSpPr>
        <p:spPr>
          <a:xfrm>
            <a:off x="4449310" y="4417325"/>
            <a:ext cx="3383400" cy="19617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2"/>
              </a:buClr>
              <a:buSzPts val="2400"/>
              <a:buFont typeface="Noto Sans Symbols"/>
              <a:buChar char="❑"/>
            </a:pPr>
            <a:r>
              <a:rPr b="0" i="0" lang="en-US" sz="2000" u="none" cap="none" strike="noStrike">
                <a:solidFill>
                  <a:schemeClr val="dk1"/>
                </a:solidFill>
                <a:latin typeface="Arial"/>
                <a:ea typeface="Arial"/>
                <a:cs typeface="Arial"/>
                <a:sym typeface="Arial"/>
              </a:rPr>
              <a:t>Mengamati kegiatan belajar mengajar</a:t>
            </a:r>
            <a:endParaRPr b="0" i="0" sz="2000" u="none" cap="none" strike="noStrike">
              <a:solidFill>
                <a:schemeClr val="dk1"/>
              </a:solidFill>
              <a:latin typeface="Arial"/>
              <a:ea typeface="Arial"/>
              <a:cs typeface="Arial"/>
              <a:sym typeface="Arial"/>
            </a:endParaRPr>
          </a:p>
          <a:p>
            <a:pPr indent="-190500" lvl="0" marL="342900" marR="0" rtl="0" algn="l">
              <a:lnSpc>
                <a:spcPct val="100000"/>
              </a:lnSpc>
              <a:spcBef>
                <a:spcPts val="0"/>
              </a:spcBef>
              <a:spcAft>
                <a:spcPts val="0"/>
              </a:spcAft>
              <a:buClr>
                <a:schemeClr val="dk2"/>
              </a:buClr>
              <a:buSzPts val="2400"/>
              <a:buFont typeface="Noto Sans Symbols"/>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2"/>
              </a:buClr>
              <a:buSzPts val="2400"/>
              <a:buFont typeface="Noto Sans Symbols"/>
              <a:buChar char="❑"/>
            </a:pPr>
            <a:r>
              <a:rPr b="0" i="0" lang="en-US" sz="2000" u="none" cap="none" strike="noStrike">
                <a:solidFill>
                  <a:schemeClr val="dk1"/>
                </a:solidFill>
                <a:latin typeface="Arial"/>
                <a:ea typeface="Arial"/>
                <a:cs typeface="Arial"/>
                <a:sym typeface="Arial"/>
              </a:rPr>
              <a:t>Mencatat temuan dengan objektif</a:t>
            </a:r>
            <a:endParaRPr b="0" i="0" sz="2000" u="none" cap="none" strike="noStrike">
              <a:solidFill>
                <a:schemeClr val="dk1"/>
              </a:solidFill>
              <a:latin typeface="Arial"/>
              <a:ea typeface="Arial"/>
              <a:cs typeface="Arial"/>
              <a:sym typeface="Arial"/>
            </a:endParaRPr>
          </a:p>
        </p:txBody>
      </p:sp>
      <p:sp>
        <p:nvSpPr>
          <p:cNvPr id="593" name="Google Shape;593;g366c81cce41_0_38"/>
          <p:cNvSpPr/>
          <p:nvPr/>
        </p:nvSpPr>
        <p:spPr>
          <a:xfrm>
            <a:off x="8018175" y="1873825"/>
            <a:ext cx="3778500" cy="4682700"/>
          </a:xfrm>
          <a:prstGeom prst="rect">
            <a:avLst/>
          </a:prstGeom>
          <a:noFill/>
          <a:ln cap="flat" cmpd="sng" w="28575">
            <a:solidFill>
              <a:srgbClr val="E5202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66c81cce41_0_69"/>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599" name="Google Shape;599;g366c81cce41_0_69"/>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600" name="Google Shape;600;g366c81cce41_0_69"/>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601" name="Google Shape;601;g366c81cce41_0_69"/>
          <p:cNvSpPr txBox="1"/>
          <p:nvPr/>
        </p:nvSpPr>
        <p:spPr>
          <a:xfrm>
            <a:off x="5322013"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602" name="Google Shape;602;g366c81cce41_0_69"/>
          <p:cNvSpPr txBox="1"/>
          <p:nvPr/>
        </p:nvSpPr>
        <p:spPr>
          <a:xfrm>
            <a:off x="7083850"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603" name="Google Shape;603;g366c81cce41_0_69"/>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604" name="Google Shape;604;g366c81cce41_0_69"/>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pic>
        <p:nvPicPr>
          <p:cNvPr id="605" name="Google Shape;605;g366c81cce41_0_69"/>
          <p:cNvPicPr preferRelativeResize="0"/>
          <p:nvPr/>
        </p:nvPicPr>
        <p:blipFill rotWithShape="1">
          <a:blip r:embed="rId3">
            <a:alphaModFix/>
          </a:blip>
          <a:srcRect b="0" l="0" r="0" t="0"/>
          <a:stretch/>
        </p:blipFill>
        <p:spPr>
          <a:xfrm>
            <a:off x="451850" y="952500"/>
            <a:ext cx="1295400" cy="723900"/>
          </a:xfrm>
          <a:prstGeom prst="rect">
            <a:avLst/>
          </a:prstGeom>
          <a:noFill/>
          <a:ln>
            <a:noFill/>
          </a:ln>
        </p:spPr>
      </p:pic>
      <p:sp>
        <p:nvSpPr>
          <p:cNvPr id="606" name="Google Shape;606;g366c81cce41_0_69"/>
          <p:cNvSpPr txBox="1"/>
          <p:nvPr>
            <p:ph idx="4294967295" type="title"/>
          </p:nvPr>
        </p:nvSpPr>
        <p:spPr>
          <a:xfrm>
            <a:off x="1798350" y="217714"/>
            <a:ext cx="9800100" cy="1258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solidFill>
                  <a:srgbClr val="004890"/>
                </a:solidFill>
              </a:rPr>
              <a:t>MARI BERDISKUSI SEJENAK </a:t>
            </a:r>
            <a:endParaRPr>
              <a:solidFill>
                <a:srgbClr val="004890"/>
              </a:solidFill>
            </a:endParaRPr>
          </a:p>
        </p:txBody>
      </p:sp>
      <p:sp>
        <p:nvSpPr>
          <p:cNvPr id="607" name="Google Shape;607;g366c81cce41_0_69"/>
          <p:cNvSpPr txBox="1"/>
          <p:nvPr/>
        </p:nvSpPr>
        <p:spPr>
          <a:xfrm>
            <a:off x="909632" y="2121550"/>
            <a:ext cx="6753300" cy="29880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15000"/>
              </a:lnSpc>
              <a:spcBef>
                <a:spcPts val="12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Bagaimana biasanya kepala sekolah memberikan umpan balik kepada guru setelah observasi kelas?</a:t>
            </a:r>
            <a:endParaRPr b="0" i="0" sz="2200" u="none" cap="none" strike="noStrike">
              <a:solidFill>
                <a:schemeClr val="dk1"/>
              </a:solidFill>
              <a:latin typeface="Arial"/>
              <a:ea typeface="Arial"/>
              <a:cs typeface="Arial"/>
              <a:sym typeface="Arial"/>
            </a:endParaRPr>
          </a:p>
          <a:p>
            <a:pPr indent="-368300" lvl="0" marL="457200" marR="0" rtl="0" algn="just">
              <a:lnSpc>
                <a:spcPct val="115000"/>
              </a:lnSpc>
              <a:spcBef>
                <a:spcPts val="10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Pernahkah rekan-rekan merasa bahwa setelah observasi dan pemberian umpan balik, perubahan pada guru </a:t>
            </a:r>
            <a:r>
              <a:rPr b="1" i="0" lang="en-US" sz="2200" u="sng" cap="none" strike="noStrike">
                <a:solidFill>
                  <a:schemeClr val="dk1"/>
                </a:solidFill>
                <a:latin typeface="Arial"/>
                <a:ea typeface="Arial"/>
                <a:cs typeface="Arial"/>
                <a:sym typeface="Arial"/>
              </a:rPr>
              <a:t>tidak</a:t>
            </a:r>
            <a:r>
              <a:rPr b="0" i="0" lang="en-US" sz="2200" u="none" cap="none" strike="noStrike">
                <a:solidFill>
                  <a:schemeClr val="dk1"/>
                </a:solidFill>
                <a:latin typeface="Arial"/>
                <a:ea typeface="Arial"/>
                <a:cs typeface="Arial"/>
                <a:sym typeface="Arial"/>
              </a:rPr>
              <a:t> signifikan? Menurut rekan-rekan, mengapa hal itu terjadi?</a:t>
            </a:r>
            <a:endParaRPr b="0" i="0" sz="2200" u="none" cap="none" strike="noStrike">
              <a:solidFill>
                <a:schemeClr val="dk1"/>
              </a:solidFill>
              <a:latin typeface="Arial"/>
              <a:ea typeface="Arial"/>
              <a:cs typeface="Arial"/>
              <a:sym typeface="Arial"/>
            </a:endParaRPr>
          </a:p>
        </p:txBody>
      </p:sp>
      <p:pic>
        <p:nvPicPr>
          <p:cNvPr id="608" name="Google Shape;608;g366c81cce41_0_69"/>
          <p:cNvPicPr preferRelativeResize="0"/>
          <p:nvPr/>
        </p:nvPicPr>
        <p:blipFill rotWithShape="1">
          <a:blip r:embed="rId4">
            <a:alphaModFix/>
          </a:blip>
          <a:srcRect b="0" l="0" r="0" t="0"/>
          <a:stretch/>
        </p:blipFill>
        <p:spPr>
          <a:xfrm>
            <a:off x="8030949" y="3788450"/>
            <a:ext cx="4003853" cy="2859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607bdb67aa_0_94"/>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614" name="Google Shape;614;g3607bdb67aa_0_94"/>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615" name="Google Shape;615;g3607bdb67aa_0_94"/>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616" name="Google Shape;616;g3607bdb67aa_0_94"/>
          <p:cNvSpPr txBox="1"/>
          <p:nvPr/>
        </p:nvSpPr>
        <p:spPr>
          <a:xfrm>
            <a:off x="5322013"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617" name="Google Shape;617;g3607bdb67aa_0_94"/>
          <p:cNvSpPr txBox="1"/>
          <p:nvPr/>
        </p:nvSpPr>
        <p:spPr>
          <a:xfrm>
            <a:off x="7083850"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618" name="Google Shape;618;g3607bdb67aa_0_94"/>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619" name="Google Shape;619;g3607bdb67aa_0_94"/>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pic>
        <p:nvPicPr>
          <p:cNvPr id="620" name="Google Shape;620;g3607bdb67aa_0_94"/>
          <p:cNvPicPr preferRelativeResize="0"/>
          <p:nvPr/>
        </p:nvPicPr>
        <p:blipFill rotWithShape="1">
          <a:blip r:embed="rId3">
            <a:alphaModFix/>
          </a:blip>
          <a:srcRect b="0" l="0" r="0" t="0"/>
          <a:stretch/>
        </p:blipFill>
        <p:spPr>
          <a:xfrm>
            <a:off x="680850" y="952500"/>
            <a:ext cx="1295400" cy="723900"/>
          </a:xfrm>
          <a:prstGeom prst="rect">
            <a:avLst/>
          </a:prstGeom>
          <a:noFill/>
          <a:ln>
            <a:noFill/>
          </a:ln>
        </p:spPr>
      </p:pic>
      <p:sp>
        <p:nvSpPr>
          <p:cNvPr id="621" name="Google Shape;621;g3607bdb67aa_0_94"/>
          <p:cNvSpPr txBox="1"/>
          <p:nvPr/>
        </p:nvSpPr>
        <p:spPr>
          <a:xfrm>
            <a:off x="2340753" y="2507427"/>
            <a:ext cx="829200" cy="3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C78D8"/>
              </a:solidFill>
              <a:latin typeface="Arial"/>
              <a:ea typeface="Arial"/>
              <a:cs typeface="Arial"/>
              <a:sym typeface="Arial"/>
            </a:endParaRPr>
          </a:p>
        </p:txBody>
      </p:sp>
      <p:sp>
        <p:nvSpPr>
          <p:cNvPr id="622" name="Google Shape;622;g3607bdb67aa_0_94"/>
          <p:cNvSpPr txBox="1"/>
          <p:nvPr>
            <p:ph idx="4294967295" type="title"/>
          </p:nvPr>
        </p:nvSpPr>
        <p:spPr>
          <a:xfrm>
            <a:off x="2026950" y="468535"/>
            <a:ext cx="97842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491"/>
              <a:buNone/>
            </a:pPr>
            <a:r>
              <a:rPr lang="en-US" sz="3200">
                <a:solidFill>
                  <a:srgbClr val="004890"/>
                </a:solidFill>
              </a:rPr>
              <a:t>COACHING DALAM PROSES OBSERVASI</a:t>
            </a:r>
            <a:endParaRPr b="1" i="1" sz="3300">
              <a:solidFill>
                <a:srgbClr val="004890"/>
              </a:solidFill>
            </a:endParaRPr>
          </a:p>
        </p:txBody>
      </p:sp>
      <p:sp>
        <p:nvSpPr>
          <p:cNvPr id="623" name="Google Shape;623;g3607bdb67aa_0_94"/>
          <p:cNvSpPr txBox="1"/>
          <p:nvPr/>
        </p:nvSpPr>
        <p:spPr>
          <a:xfrm>
            <a:off x="2052450" y="1802750"/>
            <a:ext cx="8984400" cy="3992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2300"/>
              <a:buFont typeface="Arial"/>
              <a:buNone/>
            </a:pPr>
            <a:r>
              <a:rPr b="0" i="1" lang="en-US" sz="2300" u="none" cap="none" strike="noStrike">
                <a:solidFill>
                  <a:schemeClr val="dk1"/>
                </a:solidFill>
                <a:latin typeface="Arial"/>
                <a:ea typeface="Arial"/>
                <a:cs typeface="Arial"/>
                <a:sym typeface="Arial"/>
              </a:rPr>
              <a:t>Coaching</a:t>
            </a:r>
            <a:r>
              <a:rPr b="0" i="0" lang="en-US" sz="2300" u="none" cap="none" strike="noStrike">
                <a:solidFill>
                  <a:schemeClr val="dk1"/>
                </a:solidFill>
                <a:latin typeface="Arial"/>
                <a:ea typeface="Arial"/>
                <a:cs typeface="Arial"/>
                <a:sym typeface="Arial"/>
              </a:rPr>
              <a:t> dapat diterapkan </a:t>
            </a:r>
            <a:r>
              <a:rPr b="1" i="1" lang="en-US" sz="2300" u="sng" cap="none" strike="noStrike">
                <a:solidFill>
                  <a:schemeClr val="dk1"/>
                </a:solidFill>
                <a:latin typeface="Arial"/>
                <a:ea typeface="Arial"/>
                <a:cs typeface="Arial"/>
                <a:sym typeface="Arial"/>
              </a:rPr>
              <a:t>setelah observasi kelas</a:t>
            </a:r>
            <a:r>
              <a:rPr b="1" i="0" lang="en-US" sz="2300" u="sng" cap="none" strike="noStrike">
                <a:solidFill>
                  <a:schemeClr val="dk1"/>
                </a:solidFill>
                <a:latin typeface="Arial"/>
                <a:ea typeface="Arial"/>
                <a:cs typeface="Arial"/>
                <a:sym typeface="Arial"/>
              </a:rPr>
              <a:t>,</a:t>
            </a:r>
            <a:r>
              <a:rPr b="0" i="0" lang="en-US" sz="2300" u="none" cap="none" strike="noStrike">
                <a:solidFill>
                  <a:schemeClr val="dk1"/>
                </a:solidFill>
                <a:latin typeface="Arial"/>
                <a:ea typeface="Arial"/>
                <a:cs typeface="Arial"/>
                <a:sym typeface="Arial"/>
              </a:rPr>
              <a:t> dalam sesi umpan balik.</a:t>
            </a:r>
            <a:endParaRPr b="0" i="0" sz="23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300"/>
              <a:buFont typeface="Arial"/>
              <a:buNone/>
            </a:pPr>
            <a:r>
              <a:rPr b="0" i="0" lang="en-US" sz="2300" u="none" cap="none" strike="noStrike">
                <a:solidFill>
                  <a:schemeClr val="dk1"/>
                </a:solidFill>
                <a:latin typeface="Arial"/>
                <a:ea typeface="Arial"/>
                <a:cs typeface="Arial"/>
                <a:sym typeface="Arial"/>
              </a:rPr>
              <a:t>Coaching bukan hanya menyampaikan hasil observasi, tetapi:</a:t>
            </a:r>
            <a:endParaRPr b="0" i="0" sz="2300" u="none" cap="none" strike="noStrike">
              <a:solidFill>
                <a:schemeClr val="dk1"/>
              </a:solidFill>
              <a:latin typeface="Arial"/>
              <a:ea typeface="Arial"/>
              <a:cs typeface="Arial"/>
              <a:sym typeface="Arial"/>
            </a:endParaRPr>
          </a:p>
          <a:p>
            <a:pPr indent="-374650" lvl="0" marL="457200" marR="0" rtl="0" algn="just">
              <a:lnSpc>
                <a:spcPct val="100000"/>
              </a:lnSpc>
              <a:spcBef>
                <a:spcPts val="1200"/>
              </a:spcBef>
              <a:spcAft>
                <a:spcPts val="0"/>
              </a:spcAft>
              <a:buClr>
                <a:schemeClr val="dk1"/>
              </a:buClr>
              <a:buSzPts val="2300"/>
              <a:buFont typeface="Arial"/>
              <a:buChar char="●"/>
            </a:pPr>
            <a:r>
              <a:rPr b="0" i="0" lang="en-US" sz="2300" u="none" cap="none" strike="noStrike">
                <a:solidFill>
                  <a:schemeClr val="dk1"/>
                </a:solidFill>
                <a:latin typeface="Arial"/>
                <a:ea typeface="Arial"/>
                <a:cs typeface="Arial"/>
                <a:sym typeface="Arial"/>
              </a:rPr>
              <a:t>Mendorong guru berpikir, bukan sekadar menerima.</a:t>
            </a:r>
            <a:br>
              <a:rPr b="0" i="0" lang="en-US" sz="2300" u="none" cap="none" strike="noStrike">
                <a:solidFill>
                  <a:schemeClr val="dk1"/>
                </a:solidFill>
                <a:latin typeface="Arial"/>
                <a:ea typeface="Arial"/>
                <a:cs typeface="Arial"/>
                <a:sym typeface="Arial"/>
              </a:rPr>
            </a:br>
            <a:endParaRPr b="0" i="0" sz="2300" u="none" cap="none" strike="noStrike">
              <a:solidFill>
                <a:schemeClr val="dk1"/>
              </a:solidFill>
              <a:latin typeface="Arial"/>
              <a:ea typeface="Arial"/>
              <a:cs typeface="Arial"/>
              <a:sym typeface="Arial"/>
            </a:endParaRPr>
          </a:p>
          <a:p>
            <a:pPr indent="-374650" lvl="0" marL="457200" marR="0" rtl="0" algn="just">
              <a:lnSpc>
                <a:spcPct val="100000"/>
              </a:lnSpc>
              <a:spcBef>
                <a:spcPts val="0"/>
              </a:spcBef>
              <a:spcAft>
                <a:spcPts val="0"/>
              </a:spcAft>
              <a:buClr>
                <a:schemeClr val="dk1"/>
              </a:buClr>
              <a:buSzPts val="2300"/>
              <a:buFont typeface="Arial"/>
              <a:buChar char="●"/>
            </a:pPr>
            <a:r>
              <a:rPr b="0" i="0" lang="en-US" sz="2300" u="none" cap="none" strike="noStrike">
                <a:solidFill>
                  <a:schemeClr val="dk1"/>
                </a:solidFill>
                <a:latin typeface="Arial"/>
                <a:ea typeface="Arial"/>
                <a:cs typeface="Arial"/>
                <a:sym typeface="Arial"/>
              </a:rPr>
              <a:t>Menggali kekuatan guru.</a:t>
            </a:r>
            <a:br>
              <a:rPr b="0" i="0" lang="en-US" sz="2300" u="none" cap="none" strike="noStrike">
                <a:solidFill>
                  <a:schemeClr val="dk1"/>
                </a:solidFill>
                <a:latin typeface="Arial"/>
                <a:ea typeface="Arial"/>
                <a:cs typeface="Arial"/>
                <a:sym typeface="Arial"/>
              </a:rPr>
            </a:br>
            <a:endParaRPr b="0" i="0" sz="2300" u="none" cap="none" strike="noStrike">
              <a:solidFill>
                <a:schemeClr val="dk1"/>
              </a:solidFill>
              <a:latin typeface="Arial"/>
              <a:ea typeface="Arial"/>
              <a:cs typeface="Arial"/>
              <a:sym typeface="Arial"/>
            </a:endParaRPr>
          </a:p>
          <a:p>
            <a:pPr indent="-374650" lvl="0" marL="457200" marR="0" rtl="0" algn="just">
              <a:lnSpc>
                <a:spcPct val="100000"/>
              </a:lnSpc>
              <a:spcBef>
                <a:spcPts val="0"/>
              </a:spcBef>
              <a:spcAft>
                <a:spcPts val="0"/>
              </a:spcAft>
              <a:buClr>
                <a:schemeClr val="dk1"/>
              </a:buClr>
              <a:buSzPts val="2300"/>
              <a:buFont typeface="Arial"/>
              <a:buChar char="●"/>
            </a:pPr>
            <a:r>
              <a:rPr b="0" i="0" lang="en-US" sz="2300" u="none" cap="none" strike="noStrike">
                <a:solidFill>
                  <a:schemeClr val="dk1"/>
                </a:solidFill>
                <a:latin typeface="Arial"/>
                <a:ea typeface="Arial"/>
                <a:cs typeface="Arial"/>
                <a:sym typeface="Arial"/>
              </a:rPr>
              <a:t>Menyepakati aksi perbaikan bersama.</a:t>
            </a:r>
            <a:endParaRPr b="0" i="0" sz="2300" u="none" cap="none" strike="noStrike">
              <a:solidFill>
                <a:schemeClr val="dk1"/>
              </a:solidFill>
              <a:latin typeface="Arial"/>
              <a:ea typeface="Arial"/>
              <a:cs typeface="Arial"/>
              <a:sym typeface="Arial"/>
            </a:endParaRPr>
          </a:p>
          <a:p>
            <a:pPr indent="0" lvl="0" marL="457200" marR="0" rtl="0" algn="just">
              <a:lnSpc>
                <a:spcPct val="115000"/>
              </a:lnSpc>
              <a:spcBef>
                <a:spcPts val="1200"/>
              </a:spcBef>
              <a:spcAft>
                <a:spcPts val="1200"/>
              </a:spcAft>
              <a:buClr>
                <a:srgbClr val="000000"/>
              </a:buClr>
              <a:buSzPts val="2300"/>
              <a:buFont typeface="Arial"/>
              <a:buNone/>
            </a:pPr>
            <a:r>
              <a:t/>
            </a:r>
            <a:endParaRPr b="0" i="0" sz="23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366c81cce41_0_135"/>
          <p:cNvSpPr txBox="1"/>
          <p:nvPr>
            <p:ph type="title"/>
          </p:nvPr>
        </p:nvSpPr>
        <p:spPr>
          <a:xfrm>
            <a:off x="723525" y="2912324"/>
            <a:ext cx="4526400" cy="1143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SzPts val="3600"/>
              <a:buNone/>
            </a:pPr>
            <a:r>
              <a:rPr i="1" lang="en-US" sz="4600"/>
              <a:t>ICE BREAKING</a:t>
            </a:r>
            <a:endParaRPr i="1" sz="4800"/>
          </a:p>
        </p:txBody>
      </p:sp>
      <p:sp>
        <p:nvSpPr>
          <p:cNvPr id="629" name="Google Shape;629;g366c81cce41_0_135"/>
          <p:cNvSpPr txBox="1"/>
          <p:nvPr/>
        </p:nvSpPr>
        <p:spPr>
          <a:xfrm>
            <a:off x="789600" y="4059311"/>
            <a:ext cx="42876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200"/>
              </a:spcBef>
              <a:spcAft>
                <a:spcPts val="0"/>
              </a:spcAft>
              <a:buClr>
                <a:srgbClr val="000000"/>
              </a:buClr>
              <a:buSzPts val="2400"/>
              <a:buFont typeface="Arial"/>
              <a:buNone/>
            </a:pPr>
            <a:r>
              <a:rPr b="1" lang="en-US" sz="2400">
                <a:solidFill>
                  <a:schemeClr val="lt1"/>
                </a:solidFill>
              </a:rPr>
              <a:t>1 Perwakilan Peserta Memimpin ice breaking</a:t>
            </a:r>
            <a:r>
              <a:rPr b="1" i="0" lang="en-US" sz="2400" u="none" cap="none" strike="noStrike">
                <a:solidFill>
                  <a:schemeClr val="lt1"/>
                </a:solidFill>
                <a:latin typeface="Arial"/>
                <a:ea typeface="Arial"/>
                <a:cs typeface="Arial"/>
                <a:sym typeface="Arial"/>
              </a:rPr>
              <a:t>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g366c81cce41_0_92"/>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635" name="Google Shape;635;g366c81cce41_0_92"/>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636" name="Google Shape;636;g366c81cce41_0_92"/>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637" name="Google Shape;637;g366c81cce41_0_92"/>
          <p:cNvSpPr txBox="1"/>
          <p:nvPr/>
        </p:nvSpPr>
        <p:spPr>
          <a:xfrm>
            <a:off x="5322013"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638" name="Google Shape;638;g366c81cce41_0_92"/>
          <p:cNvSpPr txBox="1"/>
          <p:nvPr/>
        </p:nvSpPr>
        <p:spPr>
          <a:xfrm>
            <a:off x="7083850"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639" name="Google Shape;639;g366c81cce41_0_92"/>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640" name="Google Shape;640;g366c81cce41_0_92"/>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pic>
        <p:nvPicPr>
          <p:cNvPr id="641" name="Google Shape;641;g366c81cce41_0_92"/>
          <p:cNvPicPr preferRelativeResize="0"/>
          <p:nvPr/>
        </p:nvPicPr>
        <p:blipFill rotWithShape="1">
          <a:blip r:embed="rId3">
            <a:alphaModFix/>
          </a:blip>
          <a:srcRect b="0" l="0" r="0" t="0"/>
          <a:stretch/>
        </p:blipFill>
        <p:spPr>
          <a:xfrm>
            <a:off x="680850" y="952500"/>
            <a:ext cx="1295400" cy="723900"/>
          </a:xfrm>
          <a:prstGeom prst="rect">
            <a:avLst/>
          </a:prstGeom>
          <a:noFill/>
          <a:ln>
            <a:noFill/>
          </a:ln>
        </p:spPr>
      </p:pic>
      <p:sp>
        <p:nvSpPr>
          <p:cNvPr id="642" name="Google Shape;642;g366c81cce41_0_92"/>
          <p:cNvSpPr txBox="1"/>
          <p:nvPr>
            <p:ph idx="4294967295" type="title"/>
          </p:nvPr>
        </p:nvSpPr>
        <p:spPr>
          <a:xfrm>
            <a:off x="2026950" y="468535"/>
            <a:ext cx="97842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491"/>
              <a:buNone/>
            </a:pPr>
            <a:r>
              <a:rPr lang="en-US" sz="3200">
                <a:solidFill>
                  <a:srgbClr val="004890"/>
                </a:solidFill>
              </a:rPr>
              <a:t>MEMBERIKAN UMPAN BALIK YANG REFLEKTIF DAN MEMBERDAYAKAN</a:t>
            </a:r>
            <a:endParaRPr sz="3200">
              <a:solidFill>
                <a:srgbClr val="004890"/>
              </a:solidFill>
            </a:endParaRPr>
          </a:p>
        </p:txBody>
      </p:sp>
      <p:sp>
        <p:nvSpPr>
          <p:cNvPr id="643" name="Google Shape;643;g366c81cce41_0_92"/>
          <p:cNvSpPr/>
          <p:nvPr/>
        </p:nvSpPr>
        <p:spPr>
          <a:xfrm>
            <a:off x="859124" y="4277384"/>
            <a:ext cx="2335500" cy="1442700"/>
          </a:xfrm>
          <a:prstGeom prst="roundRect">
            <a:avLst>
              <a:gd fmla="val 16667" name="adj"/>
            </a:avLst>
          </a:prstGeom>
          <a:solidFill>
            <a:srgbClr val="FFC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300"/>
              <a:buFont typeface="Arial"/>
              <a:buNone/>
            </a:pPr>
            <a:r>
              <a:rPr b="1" i="0" lang="en-US" sz="1700" u="none" cap="none" strike="noStrike">
                <a:solidFill>
                  <a:srgbClr val="004890"/>
                </a:solidFill>
                <a:latin typeface="Arial"/>
                <a:ea typeface="Arial"/>
                <a:cs typeface="Arial"/>
                <a:sym typeface="Arial"/>
              </a:rPr>
              <a:t>REFL</a:t>
            </a:r>
            <a:r>
              <a:rPr b="1" i="0" lang="en-US" sz="1700" u="none" cap="none" strike="noStrike">
                <a:solidFill>
                  <a:srgbClr val="E52026"/>
                </a:solidFill>
                <a:latin typeface="Arial"/>
                <a:ea typeface="Arial"/>
                <a:cs typeface="Arial"/>
                <a:sym typeface="Arial"/>
              </a:rPr>
              <a:t>EKS</a:t>
            </a:r>
            <a:r>
              <a:rPr b="1" i="0" lang="en-US" sz="1700" u="none" cap="none" strike="noStrike">
                <a:solidFill>
                  <a:srgbClr val="004890"/>
                </a:solidFill>
                <a:latin typeface="Arial"/>
                <a:ea typeface="Arial"/>
                <a:cs typeface="Arial"/>
                <a:sym typeface="Arial"/>
              </a:rPr>
              <a:t>I</a:t>
            </a:r>
            <a:endParaRPr b="0" i="0" sz="1400" u="none" cap="none" strike="noStrike">
              <a:solidFill>
                <a:srgbClr val="00489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300"/>
              <a:buFont typeface="Arial"/>
              <a:buNone/>
            </a:pPr>
            <a:r>
              <a:rPr b="1" i="0" lang="en-US" sz="1700" u="none" cap="none" strike="noStrike">
                <a:solidFill>
                  <a:schemeClr val="lt1"/>
                </a:solidFill>
                <a:latin typeface="Arial"/>
                <a:ea typeface="Arial"/>
                <a:cs typeface="Arial"/>
                <a:sym typeface="Arial"/>
              </a:rPr>
              <a:t>Dorong guru mereflEKSikan pengalamannya</a:t>
            </a:r>
            <a:endParaRPr b="0" i="0" sz="1400" u="none" cap="none" strike="noStrike">
              <a:solidFill>
                <a:srgbClr val="000000"/>
              </a:solidFill>
              <a:latin typeface="Arial"/>
              <a:ea typeface="Arial"/>
              <a:cs typeface="Arial"/>
              <a:sym typeface="Arial"/>
            </a:endParaRPr>
          </a:p>
        </p:txBody>
      </p:sp>
      <p:sp>
        <p:nvSpPr>
          <p:cNvPr id="644" name="Google Shape;644;g366c81cce41_0_92"/>
          <p:cNvSpPr/>
          <p:nvPr/>
        </p:nvSpPr>
        <p:spPr>
          <a:xfrm>
            <a:off x="3474875" y="1992525"/>
            <a:ext cx="2289600" cy="1442700"/>
          </a:xfrm>
          <a:prstGeom prst="roundRect">
            <a:avLst>
              <a:gd fmla="val 16667" name="adj"/>
            </a:avLst>
          </a:prstGeom>
          <a:solidFill>
            <a:srgbClr val="FFC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300"/>
              <a:buFont typeface="Arial"/>
              <a:buNone/>
            </a:pPr>
            <a:r>
              <a:rPr b="1" i="0" lang="en-US" sz="1700" u="none" cap="none" strike="noStrike">
                <a:solidFill>
                  <a:srgbClr val="004890"/>
                </a:solidFill>
                <a:latin typeface="Arial"/>
                <a:ea typeface="Arial"/>
                <a:cs typeface="Arial"/>
                <a:sym typeface="Arial"/>
              </a:rPr>
              <a:t>EKSPLORASI </a:t>
            </a:r>
            <a:r>
              <a:rPr b="1" i="0" lang="en-US" sz="1700" u="none" cap="none" strike="noStrike">
                <a:solidFill>
                  <a:srgbClr val="E52026"/>
                </a:solidFill>
                <a:latin typeface="Arial"/>
                <a:ea typeface="Arial"/>
                <a:cs typeface="Arial"/>
                <a:sym typeface="Arial"/>
              </a:rPr>
              <a:t>P</a:t>
            </a:r>
            <a:r>
              <a:rPr b="1" i="0" lang="en-US" sz="1700" u="none" cap="none" strike="noStrike">
                <a:solidFill>
                  <a:srgbClr val="004890"/>
                </a:solidFill>
                <a:latin typeface="Arial"/>
                <a:ea typeface="Arial"/>
                <a:cs typeface="Arial"/>
                <a:sym typeface="Arial"/>
              </a:rPr>
              <a:t>OSITIF</a:t>
            </a:r>
            <a:endParaRPr b="0" i="0" sz="1400" u="none" cap="none" strike="noStrike">
              <a:solidFill>
                <a:srgbClr val="00489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chemeClr val="accent4"/>
                </a:solidFill>
                <a:latin typeface="Arial"/>
                <a:ea typeface="Arial"/>
                <a:cs typeface="Arial"/>
                <a:sym typeface="Arial"/>
              </a:rPr>
              <a:t> </a:t>
            </a:r>
            <a:r>
              <a:rPr b="1" i="0" lang="en-US" sz="1700" u="none" cap="none" strike="noStrike">
                <a:solidFill>
                  <a:schemeClr val="lt1"/>
                </a:solidFill>
                <a:latin typeface="Arial"/>
                <a:ea typeface="Arial"/>
                <a:cs typeface="Arial"/>
                <a:sym typeface="Arial"/>
              </a:rPr>
              <a:t>Mulai dari kekuatan guru</a:t>
            </a:r>
            <a:endParaRPr b="1" i="0" sz="1700" u="none" cap="none" strike="noStrike">
              <a:solidFill>
                <a:schemeClr val="accent4"/>
              </a:solidFill>
              <a:latin typeface="Arial"/>
              <a:ea typeface="Arial"/>
              <a:cs typeface="Arial"/>
              <a:sym typeface="Arial"/>
            </a:endParaRPr>
          </a:p>
        </p:txBody>
      </p:sp>
      <p:sp>
        <p:nvSpPr>
          <p:cNvPr id="645" name="Google Shape;645;g366c81cce41_0_92"/>
          <p:cNvSpPr/>
          <p:nvPr/>
        </p:nvSpPr>
        <p:spPr>
          <a:xfrm>
            <a:off x="5801825" y="4241504"/>
            <a:ext cx="2289600" cy="1442700"/>
          </a:xfrm>
          <a:prstGeom prst="roundRect">
            <a:avLst>
              <a:gd fmla="val 16667" name="adj"/>
            </a:avLst>
          </a:prstGeom>
          <a:solidFill>
            <a:srgbClr val="FFC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chemeClr val="lt1"/>
                </a:solidFill>
                <a:latin typeface="Arial"/>
                <a:ea typeface="Arial"/>
                <a:cs typeface="Arial"/>
                <a:sym typeface="Arial"/>
              </a:rPr>
              <a:t>Masukan  </a:t>
            </a:r>
            <a:r>
              <a:rPr b="1" i="0" lang="en-US" sz="1700" u="none" cap="none" strike="noStrike">
                <a:solidFill>
                  <a:srgbClr val="004890"/>
                </a:solidFill>
                <a:latin typeface="Arial"/>
                <a:ea typeface="Arial"/>
                <a:cs typeface="Arial"/>
                <a:sym typeface="Arial"/>
              </a:rPr>
              <a:t>SA</a:t>
            </a:r>
            <a:r>
              <a:rPr b="1" i="0" lang="en-US" sz="1700" u="none" cap="none" strike="noStrike">
                <a:solidFill>
                  <a:srgbClr val="E52026"/>
                </a:solidFill>
                <a:latin typeface="Arial"/>
                <a:ea typeface="Arial"/>
                <a:cs typeface="Arial"/>
                <a:sym typeface="Arial"/>
              </a:rPr>
              <a:t>R</a:t>
            </a:r>
            <a:r>
              <a:rPr b="1" i="0" lang="en-US" sz="1700" u="none" cap="none" strike="noStrike">
                <a:solidFill>
                  <a:srgbClr val="004890"/>
                </a:solidFill>
                <a:latin typeface="Arial"/>
                <a:ea typeface="Arial"/>
                <a:cs typeface="Arial"/>
                <a:sym typeface="Arial"/>
              </a:rPr>
              <a:t>AN SP</a:t>
            </a:r>
            <a:r>
              <a:rPr b="1" i="0" lang="en-US" sz="1700" u="none" cap="none" strike="noStrike">
                <a:solidFill>
                  <a:srgbClr val="E52026"/>
                </a:solidFill>
                <a:latin typeface="Arial"/>
                <a:ea typeface="Arial"/>
                <a:cs typeface="Arial"/>
                <a:sym typeface="Arial"/>
              </a:rPr>
              <a:t>E</a:t>
            </a:r>
            <a:r>
              <a:rPr b="1" i="0" lang="en-US" sz="1700" u="none" cap="none" strike="noStrike">
                <a:solidFill>
                  <a:srgbClr val="004890"/>
                </a:solidFill>
                <a:latin typeface="Arial"/>
                <a:ea typeface="Arial"/>
                <a:cs typeface="Arial"/>
                <a:sym typeface="Arial"/>
              </a:rPr>
              <a:t>SIFIK,</a:t>
            </a:r>
            <a:r>
              <a:rPr b="1" i="0" lang="en-US" sz="1700" u="none" cap="none" strike="noStrike">
                <a:solidFill>
                  <a:schemeClr val="lt1"/>
                </a:solidFill>
                <a:latin typeface="Arial"/>
                <a:ea typeface="Arial"/>
                <a:cs typeface="Arial"/>
                <a:sym typeface="Arial"/>
              </a:rPr>
              <a:t> yang konkret dan jelas</a:t>
            </a:r>
            <a:endParaRPr b="1" i="0" sz="1700" u="none" cap="none" strike="noStrike">
              <a:solidFill>
                <a:schemeClr val="accent4"/>
              </a:solidFill>
              <a:latin typeface="Arial"/>
              <a:ea typeface="Arial"/>
              <a:cs typeface="Arial"/>
              <a:sym typeface="Arial"/>
            </a:endParaRPr>
          </a:p>
        </p:txBody>
      </p:sp>
      <p:sp>
        <p:nvSpPr>
          <p:cNvPr id="646" name="Google Shape;646;g366c81cce41_0_92"/>
          <p:cNvSpPr/>
          <p:nvPr/>
        </p:nvSpPr>
        <p:spPr>
          <a:xfrm>
            <a:off x="8750975" y="1990850"/>
            <a:ext cx="2232600" cy="1442700"/>
          </a:xfrm>
          <a:prstGeom prst="roundRect">
            <a:avLst>
              <a:gd fmla="val 16667" name="adj"/>
            </a:avLst>
          </a:prstGeom>
          <a:solidFill>
            <a:srgbClr val="FFC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t/>
            </a:r>
            <a:endParaRPr b="1" i="0" sz="17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300"/>
              <a:buFont typeface="Arial"/>
              <a:buNone/>
            </a:pPr>
            <a:r>
              <a:rPr b="1" i="0" lang="en-US" sz="1700" u="none" cap="none" strike="noStrike">
                <a:solidFill>
                  <a:schemeClr val="lt1"/>
                </a:solidFill>
                <a:latin typeface="Arial"/>
                <a:ea typeface="Arial"/>
                <a:cs typeface="Arial"/>
                <a:sym typeface="Arial"/>
              </a:rPr>
              <a:t>Ajak Menyusun rencana Langkah selanjutnya/</a:t>
            </a:r>
            <a:endParaRPr b="1" i="0" sz="17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300"/>
              <a:buFont typeface="Arial"/>
              <a:buNone/>
            </a:pPr>
            <a:r>
              <a:rPr b="1" i="0" lang="en-US" sz="1700" u="none" cap="none" strike="noStrike">
                <a:solidFill>
                  <a:srgbClr val="004890"/>
                </a:solidFill>
                <a:latin typeface="Arial"/>
                <a:ea typeface="Arial"/>
                <a:cs typeface="Arial"/>
                <a:sym typeface="Arial"/>
              </a:rPr>
              <a:t>RENCANA AK</a:t>
            </a:r>
            <a:r>
              <a:rPr b="1" i="0" lang="en-US" sz="1700" u="none" cap="none" strike="noStrike">
                <a:solidFill>
                  <a:srgbClr val="E52026"/>
                </a:solidFill>
                <a:latin typeface="Arial"/>
                <a:ea typeface="Arial"/>
                <a:cs typeface="Arial"/>
                <a:sym typeface="Arial"/>
              </a:rPr>
              <a:t>SI</a:t>
            </a:r>
            <a:endParaRPr b="0" i="0" sz="1300" u="none" cap="none" strike="noStrike">
              <a:solidFill>
                <a:srgbClr val="E52026"/>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t/>
            </a:r>
            <a:endParaRPr b="1" i="0" sz="1700" u="none" cap="none" strike="noStrike">
              <a:solidFill>
                <a:schemeClr val="lt1"/>
              </a:solidFill>
              <a:latin typeface="Arial"/>
              <a:ea typeface="Arial"/>
              <a:cs typeface="Arial"/>
              <a:sym typeface="Arial"/>
            </a:endParaRPr>
          </a:p>
        </p:txBody>
      </p:sp>
      <p:sp>
        <p:nvSpPr>
          <p:cNvPr id="647" name="Google Shape;647;g366c81cce41_0_92"/>
          <p:cNvSpPr txBox="1"/>
          <p:nvPr/>
        </p:nvSpPr>
        <p:spPr>
          <a:xfrm>
            <a:off x="7453225" y="6125475"/>
            <a:ext cx="3885300" cy="4599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Baca buku pegangan halaman 7 </a:t>
            </a:r>
            <a:endParaRPr b="0" i="0" sz="2400" u="none" cap="none" strike="noStrike">
              <a:solidFill>
                <a:schemeClr val="dk1"/>
              </a:solidFill>
              <a:latin typeface="Arial"/>
              <a:ea typeface="Arial"/>
              <a:cs typeface="Arial"/>
              <a:sym typeface="Arial"/>
            </a:endParaRPr>
          </a:p>
        </p:txBody>
      </p:sp>
      <p:sp>
        <p:nvSpPr>
          <p:cNvPr id="648" name="Google Shape;648;g366c81cce41_0_92"/>
          <p:cNvSpPr/>
          <p:nvPr/>
        </p:nvSpPr>
        <p:spPr>
          <a:xfrm>
            <a:off x="6640022" y="6125485"/>
            <a:ext cx="607500" cy="459900"/>
          </a:xfrm>
          <a:prstGeom prst="rightArrow">
            <a:avLst>
              <a:gd fmla="val 50000" name="adj1"/>
              <a:gd fmla="val 50000" name="adj2"/>
            </a:avLst>
          </a:prstGeom>
          <a:solidFill>
            <a:srgbClr val="E5202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49" name="Google Shape;649;g366c81cce41_0_92"/>
          <p:cNvCxnSpPr/>
          <p:nvPr/>
        </p:nvCxnSpPr>
        <p:spPr>
          <a:xfrm>
            <a:off x="923875" y="3849825"/>
            <a:ext cx="10246800" cy="0"/>
          </a:xfrm>
          <a:prstGeom prst="straightConnector1">
            <a:avLst/>
          </a:prstGeom>
          <a:noFill/>
          <a:ln cap="flat" cmpd="sng" w="19050">
            <a:solidFill>
              <a:schemeClr val="accent2"/>
            </a:solidFill>
            <a:prstDash val="solid"/>
            <a:round/>
            <a:headEnd len="sm" w="sm" type="none"/>
            <a:tailEnd len="sm" w="sm" type="none"/>
          </a:ln>
        </p:spPr>
      </p:cxnSp>
      <p:cxnSp>
        <p:nvCxnSpPr>
          <p:cNvPr id="650" name="Google Shape;650;g366c81cce41_0_92"/>
          <p:cNvCxnSpPr/>
          <p:nvPr/>
        </p:nvCxnSpPr>
        <p:spPr>
          <a:xfrm>
            <a:off x="4619675" y="3488150"/>
            <a:ext cx="0" cy="346800"/>
          </a:xfrm>
          <a:prstGeom prst="straightConnector1">
            <a:avLst/>
          </a:prstGeom>
          <a:noFill/>
          <a:ln cap="flat" cmpd="sng" w="9525">
            <a:solidFill>
              <a:schemeClr val="accent2"/>
            </a:solidFill>
            <a:prstDash val="solid"/>
            <a:round/>
            <a:headEnd len="sm" w="sm" type="none"/>
            <a:tailEnd len="sm" w="sm" type="none"/>
          </a:ln>
        </p:spPr>
      </p:cxnSp>
      <p:sp>
        <p:nvSpPr>
          <p:cNvPr id="651" name="Google Shape;651;g366c81cce41_0_92"/>
          <p:cNvSpPr/>
          <p:nvPr/>
        </p:nvSpPr>
        <p:spPr>
          <a:xfrm>
            <a:off x="4522325" y="3357347"/>
            <a:ext cx="194700" cy="194700"/>
          </a:xfrm>
          <a:prstGeom prst="ellipse">
            <a:avLst/>
          </a:prstGeom>
          <a:solidFill>
            <a:srgbClr val="00489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52" name="Google Shape;652;g366c81cce41_0_92"/>
          <p:cNvCxnSpPr/>
          <p:nvPr/>
        </p:nvCxnSpPr>
        <p:spPr>
          <a:xfrm rot="10800000">
            <a:off x="2082000" y="3847695"/>
            <a:ext cx="0" cy="346800"/>
          </a:xfrm>
          <a:prstGeom prst="straightConnector1">
            <a:avLst/>
          </a:prstGeom>
          <a:noFill/>
          <a:ln cap="flat" cmpd="sng" w="9525">
            <a:solidFill>
              <a:schemeClr val="accent2"/>
            </a:solidFill>
            <a:prstDash val="solid"/>
            <a:round/>
            <a:headEnd len="sm" w="sm" type="none"/>
            <a:tailEnd len="sm" w="sm" type="none"/>
          </a:ln>
        </p:spPr>
      </p:cxnSp>
      <p:sp>
        <p:nvSpPr>
          <p:cNvPr id="653" name="Google Shape;653;g366c81cce41_0_92"/>
          <p:cNvSpPr/>
          <p:nvPr/>
        </p:nvSpPr>
        <p:spPr>
          <a:xfrm rot="10800000">
            <a:off x="1984650" y="4130598"/>
            <a:ext cx="194700" cy="194700"/>
          </a:xfrm>
          <a:prstGeom prst="ellipse">
            <a:avLst/>
          </a:prstGeom>
          <a:solidFill>
            <a:srgbClr val="00489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54" name="Google Shape;654;g366c81cce41_0_92"/>
          <p:cNvCxnSpPr/>
          <p:nvPr/>
        </p:nvCxnSpPr>
        <p:spPr>
          <a:xfrm rot="10800000">
            <a:off x="6943775" y="3834945"/>
            <a:ext cx="0" cy="346800"/>
          </a:xfrm>
          <a:prstGeom prst="straightConnector1">
            <a:avLst/>
          </a:prstGeom>
          <a:noFill/>
          <a:ln cap="flat" cmpd="sng" w="9525">
            <a:solidFill>
              <a:schemeClr val="accent2"/>
            </a:solidFill>
            <a:prstDash val="solid"/>
            <a:round/>
            <a:headEnd len="sm" w="sm" type="none"/>
            <a:tailEnd len="sm" w="sm" type="none"/>
          </a:ln>
        </p:spPr>
      </p:cxnSp>
      <p:sp>
        <p:nvSpPr>
          <p:cNvPr id="655" name="Google Shape;655;g366c81cce41_0_92"/>
          <p:cNvSpPr/>
          <p:nvPr/>
        </p:nvSpPr>
        <p:spPr>
          <a:xfrm rot="10800000">
            <a:off x="6846425" y="4117848"/>
            <a:ext cx="194700" cy="194700"/>
          </a:xfrm>
          <a:prstGeom prst="ellipse">
            <a:avLst/>
          </a:prstGeom>
          <a:solidFill>
            <a:srgbClr val="00489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56" name="Google Shape;656;g366c81cce41_0_92"/>
          <p:cNvCxnSpPr/>
          <p:nvPr/>
        </p:nvCxnSpPr>
        <p:spPr>
          <a:xfrm>
            <a:off x="9867275" y="3503025"/>
            <a:ext cx="0" cy="346800"/>
          </a:xfrm>
          <a:prstGeom prst="straightConnector1">
            <a:avLst/>
          </a:prstGeom>
          <a:noFill/>
          <a:ln cap="flat" cmpd="sng" w="9525">
            <a:solidFill>
              <a:schemeClr val="accent2"/>
            </a:solidFill>
            <a:prstDash val="solid"/>
            <a:round/>
            <a:headEnd len="sm" w="sm" type="none"/>
            <a:tailEnd len="sm" w="sm" type="none"/>
          </a:ln>
        </p:spPr>
      </p:cxnSp>
      <p:sp>
        <p:nvSpPr>
          <p:cNvPr id="657" name="Google Shape;657;g366c81cce41_0_92"/>
          <p:cNvSpPr/>
          <p:nvPr/>
        </p:nvSpPr>
        <p:spPr>
          <a:xfrm>
            <a:off x="9769925" y="3372222"/>
            <a:ext cx="194700" cy="194700"/>
          </a:xfrm>
          <a:prstGeom prst="ellipse">
            <a:avLst/>
          </a:prstGeom>
          <a:solidFill>
            <a:srgbClr val="00489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58" name="Google Shape;658;g366c81cce41_0_92"/>
          <p:cNvPicPr preferRelativeResize="0"/>
          <p:nvPr/>
        </p:nvPicPr>
        <p:blipFill rotWithShape="1">
          <a:blip r:embed="rId4">
            <a:alphaModFix/>
          </a:blip>
          <a:srcRect b="9193" l="27261" r="17508" t="7825"/>
          <a:stretch/>
        </p:blipFill>
        <p:spPr>
          <a:xfrm>
            <a:off x="3767645" y="3970375"/>
            <a:ext cx="1704044" cy="1572676"/>
          </a:xfrm>
          <a:prstGeom prst="rect">
            <a:avLst/>
          </a:prstGeom>
          <a:noFill/>
          <a:ln>
            <a:noFill/>
          </a:ln>
        </p:spPr>
      </p:pic>
      <p:pic>
        <p:nvPicPr>
          <p:cNvPr id="659" name="Google Shape;659;g366c81cce41_0_92"/>
          <p:cNvPicPr preferRelativeResize="0"/>
          <p:nvPr/>
        </p:nvPicPr>
        <p:blipFill rotWithShape="1">
          <a:blip r:embed="rId5">
            <a:alphaModFix/>
          </a:blip>
          <a:srcRect b="0" l="0" r="0" t="0"/>
          <a:stretch/>
        </p:blipFill>
        <p:spPr>
          <a:xfrm>
            <a:off x="1479977" y="2560775"/>
            <a:ext cx="1204050" cy="1204050"/>
          </a:xfrm>
          <a:prstGeom prst="rect">
            <a:avLst/>
          </a:prstGeom>
          <a:noFill/>
          <a:ln>
            <a:noFill/>
          </a:ln>
        </p:spPr>
      </p:pic>
      <p:pic>
        <p:nvPicPr>
          <p:cNvPr id="660" name="Google Shape;660;g366c81cce41_0_92"/>
          <p:cNvPicPr preferRelativeResize="0"/>
          <p:nvPr/>
        </p:nvPicPr>
        <p:blipFill rotWithShape="1">
          <a:blip r:embed="rId6">
            <a:alphaModFix/>
          </a:blip>
          <a:srcRect b="0" l="0" r="0" t="0"/>
          <a:stretch/>
        </p:blipFill>
        <p:spPr>
          <a:xfrm>
            <a:off x="6380714" y="2560775"/>
            <a:ext cx="1076675" cy="1076675"/>
          </a:xfrm>
          <a:prstGeom prst="rect">
            <a:avLst/>
          </a:prstGeom>
          <a:noFill/>
          <a:ln>
            <a:noFill/>
          </a:ln>
        </p:spPr>
      </p:pic>
      <p:pic>
        <p:nvPicPr>
          <p:cNvPr id="661" name="Google Shape;661;g366c81cce41_0_92"/>
          <p:cNvPicPr preferRelativeResize="0"/>
          <p:nvPr/>
        </p:nvPicPr>
        <p:blipFill rotWithShape="1">
          <a:blip r:embed="rId7">
            <a:alphaModFix/>
          </a:blip>
          <a:srcRect b="0" l="0" r="0" t="0"/>
          <a:stretch/>
        </p:blipFill>
        <p:spPr>
          <a:xfrm>
            <a:off x="9432352" y="4132725"/>
            <a:ext cx="1076675" cy="1076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607bdb67aa_0_109"/>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667" name="Google Shape;667;g3607bdb67aa_0_109"/>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668" name="Google Shape;668;g3607bdb67aa_0_109"/>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669" name="Google Shape;669;g3607bdb67aa_0_109"/>
          <p:cNvSpPr txBox="1"/>
          <p:nvPr/>
        </p:nvSpPr>
        <p:spPr>
          <a:xfrm>
            <a:off x="5322013"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670" name="Google Shape;670;g3607bdb67aa_0_109"/>
          <p:cNvSpPr txBox="1"/>
          <p:nvPr/>
        </p:nvSpPr>
        <p:spPr>
          <a:xfrm>
            <a:off x="7083850"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671" name="Google Shape;671;g3607bdb67aa_0_109"/>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672" name="Google Shape;672;g3607bdb67aa_0_109"/>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pic>
        <p:nvPicPr>
          <p:cNvPr id="673" name="Google Shape;673;g3607bdb67aa_0_109"/>
          <p:cNvPicPr preferRelativeResize="0"/>
          <p:nvPr/>
        </p:nvPicPr>
        <p:blipFill rotWithShape="1">
          <a:blip r:embed="rId3">
            <a:alphaModFix/>
          </a:blip>
          <a:srcRect b="0" l="0" r="0" t="0"/>
          <a:stretch/>
        </p:blipFill>
        <p:spPr>
          <a:xfrm>
            <a:off x="680850" y="641775"/>
            <a:ext cx="1295400" cy="723900"/>
          </a:xfrm>
          <a:prstGeom prst="rect">
            <a:avLst/>
          </a:prstGeom>
          <a:noFill/>
          <a:ln>
            <a:noFill/>
          </a:ln>
        </p:spPr>
      </p:pic>
      <p:sp>
        <p:nvSpPr>
          <p:cNvPr id="674" name="Google Shape;674;g3607bdb67aa_0_109"/>
          <p:cNvSpPr txBox="1"/>
          <p:nvPr/>
        </p:nvSpPr>
        <p:spPr>
          <a:xfrm>
            <a:off x="2340753" y="2507427"/>
            <a:ext cx="829200" cy="3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C78D8"/>
              </a:solidFill>
              <a:latin typeface="Arial"/>
              <a:ea typeface="Arial"/>
              <a:cs typeface="Arial"/>
              <a:sym typeface="Arial"/>
            </a:endParaRPr>
          </a:p>
        </p:txBody>
      </p:sp>
      <p:sp>
        <p:nvSpPr>
          <p:cNvPr id="675" name="Google Shape;675;g3607bdb67aa_0_109"/>
          <p:cNvSpPr txBox="1"/>
          <p:nvPr>
            <p:ph idx="4294967295" type="title"/>
          </p:nvPr>
        </p:nvSpPr>
        <p:spPr>
          <a:xfrm>
            <a:off x="2103150" y="582825"/>
            <a:ext cx="9368700" cy="723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491"/>
              <a:buNone/>
            </a:pPr>
            <a:r>
              <a:rPr lang="en-US" sz="3200">
                <a:solidFill>
                  <a:srgbClr val="004890"/>
                </a:solidFill>
              </a:rPr>
              <a:t>PERTANYAAN BERMAKNA (PANDUAN)</a:t>
            </a:r>
            <a:endParaRPr b="1" i="1" sz="3300">
              <a:solidFill>
                <a:srgbClr val="004890"/>
              </a:solidFill>
            </a:endParaRPr>
          </a:p>
        </p:txBody>
      </p:sp>
      <p:graphicFrame>
        <p:nvGraphicFramePr>
          <p:cNvPr id="676" name="Google Shape;676;g3607bdb67aa_0_109"/>
          <p:cNvGraphicFramePr/>
          <p:nvPr/>
        </p:nvGraphicFramePr>
        <p:xfrm>
          <a:off x="861450" y="1619050"/>
          <a:ext cx="3000000" cy="3000000"/>
        </p:xfrm>
        <a:graphic>
          <a:graphicData uri="http://schemas.openxmlformats.org/drawingml/2006/table">
            <a:tbl>
              <a:tblPr>
                <a:noFill/>
                <a:tableStyleId>{3273B4D5-D216-4AAE-9CBB-608D30D2F6F5}</a:tableStyleId>
              </a:tblPr>
              <a:tblGrid>
                <a:gridCol w="2009225"/>
                <a:gridCol w="8097325"/>
              </a:tblGrid>
              <a:tr h="686550">
                <a:tc>
                  <a:txBody>
                    <a:bodyPr/>
                    <a:lstStyle/>
                    <a:p>
                      <a:pPr indent="0" lvl="0" marL="0" marR="0" rtl="0" algn="l">
                        <a:lnSpc>
                          <a:spcPct val="100000"/>
                        </a:lnSpc>
                        <a:spcBef>
                          <a:spcPts val="0"/>
                        </a:spcBef>
                        <a:spcAft>
                          <a:spcPts val="0"/>
                        </a:spcAft>
                        <a:buClr>
                          <a:schemeClr val="dk1"/>
                        </a:buClr>
                        <a:buSzPts val="1100"/>
                        <a:buFont typeface="Arial"/>
                        <a:buNone/>
                      </a:pPr>
                      <a:r>
                        <a:rPr b="1" lang="en-US" sz="1700" u="none" cap="none" strike="noStrike">
                          <a:solidFill>
                            <a:srgbClr val="004890"/>
                          </a:solidFill>
                        </a:rPr>
                        <a:t>REFL</a:t>
                      </a:r>
                      <a:r>
                        <a:rPr b="1" lang="en-US" sz="1700" u="none" cap="none" strike="noStrike">
                          <a:solidFill>
                            <a:srgbClr val="E52026"/>
                          </a:solidFill>
                        </a:rPr>
                        <a:t>EKS</a:t>
                      </a:r>
                      <a:r>
                        <a:rPr b="1" lang="en-US" sz="1700" u="none" cap="none" strike="noStrike">
                          <a:solidFill>
                            <a:srgbClr val="004890"/>
                          </a:solidFill>
                        </a:rPr>
                        <a:t>I</a:t>
                      </a:r>
                      <a:endParaRPr sz="1400" u="none" cap="none" strike="noStrike">
                        <a:solidFill>
                          <a:srgbClr val="004890"/>
                        </a:solidFill>
                      </a:endParaRPr>
                    </a:p>
                    <a:p>
                      <a:pPr indent="0" lvl="0" marL="0" marR="0" rtl="0" algn="l">
                        <a:lnSpc>
                          <a:spcPct val="100000"/>
                        </a:lnSpc>
                        <a:spcBef>
                          <a:spcPts val="0"/>
                        </a:spcBef>
                        <a:spcAft>
                          <a:spcPts val="0"/>
                        </a:spcAft>
                        <a:buClr>
                          <a:srgbClr val="000000"/>
                        </a:buClr>
                        <a:buSzPts val="1600"/>
                        <a:buFont typeface="Arial"/>
                        <a:buNone/>
                      </a:pPr>
                      <a:r>
                        <a:t/>
                      </a:r>
                      <a:endParaRPr b="1" sz="1600" u="none" cap="none" strike="noStrike">
                        <a:solidFill>
                          <a:srgbClr val="F1F3F4"/>
                        </a:solidFill>
                      </a:endParaRPr>
                    </a:p>
                  </a:txBody>
                  <a:tcPr marT="91425" marB="91425" marR="91425" marL="91425">
                    <a:solidFill>
                      <a:srgbClr val="FFC000"/>
                    </a:solidFill>
                  </a:tcPr>
                </a:tc>
                <a:tc>
                  <a:txBody>
                    <a:bodyPr/>
                    <a:lstStyle/>
                    <a:p>
                      <a:pPr indent="-330200" lvl="0" marL="457200" marR="0" rtl="0" algn="l">
                        <a:lnSpc>
                          <a:spcPct val="115000"/>
                        </a:lnSpc>
                        <a:spcBef>
                          <a:spcPts val="0"/>
                        </a:spcBef>
                        <a:spcAft>
                          <a:spcPts val="0"/>
                        </a:spcAft>
                        <a:buClr>
                          <a:schemeClr val="dk1"/>
                        </a:buClr>
                        <a:buSzPts val="1600"/>
                        <a:buFont typeface="Arial"/>
                        <a:buChar char="●"/>
                      </a:pPr>
                      <a:r>
                        <a:rPr lang="en-US" sz="1600" u="none" cap="none" strike="noStrike">
                          <a:solidFill>
                            <a:schemeClr val="dk1"/>
                          </a:solidFill>
                        </a:rPr>
                        <a:t>"Bagaimana perasaan Bapak/Ibu selama mengajar tadi?"</a:t>
                      </a:r>
                      <a:endParaRPr sz="1600" u="none" cap="none" strike="noStrike">
                        <a:solidFill>
                          <a:schemeClr val="dk1"/>
                        </a:solidFill>
                      </a:endParaRPr>
                    </a:p>
                    <a:p>
                      <a:pPr indent="-330200" lvl="0" marL="457200" marR="0" rtl="0" algn="l">
                        <a:lnSpc>
                          <a:spcPct val="115000"/>
                        </a:lnSpc>
                        <a:spcBef>
                          <a:spcPts val="0"/>
                        </a:spcBef>
                        <a:spcAft>
                          <a:spcPts val="0"/>
                        </a:spcAft>
                        <a:buClr>
                          <a:schemeClr val="dk1"/>
                        </a:buClr>
                        <a:buSzPts val="1600"/>
                        <a:buFont typeface="Arial"/>
                        <a:buChar char="●"/>
                      </a:pPr>
                      <a:r>
                        <a:rPr lang="en-US" sz="1600" u="none" cap="none" strike="noStrike">
                          <a:solidFill>
                            <a:schemeClr val="dk1"/>
                          </a:solidFill>
                        </a:rPr>
                        <a:t> "Bagian mana dari pembelajaran hari ini yang Bapak/Ibu rasa berjalan dengan baik?"</a:t>
                      </a:r>
                      <a:endParaRPr sz="1600" u="none" cap="none" strike="noStrike">
                        <a:solidFill>
                          <a:schemeClr val="dk1"/>
                        </a:solidFill>
                      </a:endParaRPr>
                    </a:p>
                  </a:txBody>
                  <a:tcPr marT="91425" marB="91425" marR="91425" marL="91425">
                    <a:solidFill>
                      <a:srgbClr val="F1F3F4"/>
                    </a:solidFill>
                  </a:tcPr>
                </a:tc>
              </a:tr>
              <a:tr h="1035650">
                <a:tc>
                  <a:txBody>
                    <a:bodyPr/>
                    <a:lstStyle/>
                    <a:p>
                      <a:pPr indent="0" lvl="0" marL="0" marR="0" rtl="0" algn="l">
                        <a:lnSpc>
                          <a:spcPct val="100000"/>
                        </a:lnSpc>
                        <a:spcBef>
                          <a:spcPts val="0"/>
                        </a:spcBef>
                        <a:spcAft>
                          <a:spcPts val="0"/>
                        </a:spcAft>
                        <a:buClr>
                          <a:schemeClr val="dk1"/>
                        </a:buClr>
                        <a:buSzPts val="1100"/>
                        <a:buFont typeface="Arial"/>
                        <a:buNone/>
                      </a:pPr>
                      <a:r>
                        <a:rPr b="1" lang="en-US" sz="1700" u="none" cap="none" strike="noStrike">
                          <a:solidFill>
                            <a:srgbClr val="004890"/>
                          </a:solidFill>
                        </a:rPr>
                        <a:t>EKSPLORASI </a:t>
                      </a:r>
                      <a:r>
                        <a:rPr b="1" lang="en-US" sz="1700" u="none" cap="none" strike="noStrike">
                          <a:solidFill>
                            <a:srgbClr val="E52026"/>
                          </a:solidFill>
                        </a:rPr>
                        <a:t>P</a:t>
                      </a:r>
                      <a:r>
                        <a:rPr b="1" lang="en-US" sz="1700" u="none" cap="none" strike="noStrike">
                          <a:solidFill>
                            <a:srgbClr val="004890"/>
                          </a:solidFill>
                        </a:rPr>
                        <a:t>OSITIF</a:t>
                      </a:r>
                      <a:endParaRPr sz="1400" u="none" cap="none" strike="noStrike">
                        <a:solidFill>
                          <a:srgbClr val="004890"/>
                        </a:solidFill>
                      </a:endParaRPr>
                    </a:p>
                    <a:p>
                      <a:pPr indent="0" lvl="0" marL="0" marR="0" rtl="0" algn="l">
                        <a:lnSpc>
                          <a:spcPct val="100000"/>
                        </a:lnSpc>
                        <a:spcBef>
                          <a:spcPts val="0"/>
                        </a:spcBef>
                        <a:spcAft>
                          <a:spcPts val="0"/>
                        </a:spcAft>
                        <a:buClr>
                          <a:srgbClr val="000000"/>
                        </a:buClr>
                        <a:buSzPts val="1600"/>
                        <a:buFont typeface="Arial"/>
                        <a:buNone/>
                      </a:pPr>
                      <a:r>
                        <a:t/>
                      </a:r>
                      <a:endParaRPr b="1" sz="1600" u="none" cap="none" strike="noStrike">
                        <a:solidFill>
                          <a:srgbClr val="F1F3F4"/>
                        </a:solidFill>
                      </a:endParaRPr>
                    </a:p>
                  </a:txBody>
                  <a:tcPr marT="91425" marB="91425" marR="91425" marL="91425">
                    <a:solidFill>
                      <a:srgbClr val="FFC000"/>
                    </a:solidFill>
                  </a:tcPr>
                </a:tc>
                <a:tc>
                  <a:txBody>
                    <a:bodyPr/>
                    <a:lstStyle/>
                    <a:p>
                      <a:pPr indent="-330200" lvl="0" marL="457200" marR="0" rtl="0" algn="l">
                        <a:lnSpc>
                          <a:spcPct val="115000"/>
                        </a:lnSpc>
                        <a:spcBef>
                          <a:spcPts val="0"/>
                        </a:spcBef>
                        <a:spcAft>
                          <a:spcPts val="0"/>
                        </a:spcAft>
                        <a:buClr>
                          <a:schemeClr val="dk1"/>
                        </a:buClr>
                        <a:buSzPts val="1600"/>
                        <a:buFont typeface="Arial"/>
                        <a:buChar char="●"/>
                      </a:pPr>
                      <a:r>
                        <a:rPr lang="en-US" sz="1600" u="none" cap="none" strike="noStrike">
                          <a:solidFill>
                            <a:schemeClr val="dk1"/>
                          </a:solidFill>
                        </a:rPr>
                        <a:t>“Apa praktik baik yang ingin Bapak/Ibu pertahankan ke depannya?"</a:t>
                      </a:r>
                      <a:endParaRPr sz="1600" u="none" cap="none" strike="noStrike">
                        <a:solidFill>
                          <a:schemeClr val="dk1"/>
                        </a:solidFill>
                      </a:endParaRPr>
                    </a:p>
                    <a:p>
                      <a:pPr indent="-330200" lvl="0" marL="457200" marR="0" rtl="0" algn="l">
                        <a:lnSpc>
                          <a:spcPct val="115000"/>
                        </a:lnSpc>
                        <a:spcBef>
                          <a:spcPts val="0"/>
                        </a:spcBef>
                        <a:spcAft>
                          <a:spcPts val="0"/>
                        </a:spcAft>
                        <a:buClr>
                          <a:schemeClr val="dk1"/>
                        </a:buClr>
                        <a:buSzPts val="1600"/>
                        <a:buFont typeface="Arial"/>
                        <a:buChar char="●"/>
                      </a:pPr>
                      <a:r>
                        <a:rPr lang="en-US" sz="1600" u="none" cap="none" strike="noStrike">
                          <a:solidFill>
                            <a:schemeClr val="dk1"/>
                          </a:solidFill>
                        </a:rPr>
                        <a:t>“Bagaimana cara Bapak/Ibu menciptakan suasana belajar yang positif seperti tadi?"</a:t>
                      </a:r>
                      <a:endParaRPr sz="1600" u="none" cap="none" strike="noStrike">
                        <a:solidFill>
                          <a:schemeClr val="dk1"/>
                        </a:solidFill>
                      </a:endParaRPr>
                    </a:p>
                  </a:txBody>
                  <a:tcPr marT="91425" marB="91425" marR="91425" marL="91425">
                    <a:solidFill>
                      <a:srgbClr val="F1F3F4"/>
                    </a:solidFill>
                  </a:tcPr>
                </a:tc>
              </a:tr>
              <a:tr h="1035650">
                <a:tc>
                  <a:txBody>
                    <a:bodyPr/>
                    <a:lstStyle/>
                    <a:p>
                      <a:pPr indent="0" lvl="0" marL="0" marR="0" rtl="0" algn="l">
                        <a:lnSpc>
                          <a:spcPct val="100000"/>
                        </a:lnSpc>
                        <a:spcBef>
                          <a:spcPts val="0"/>
                        </a:spcBef>
                        <a:spcAft>
                          <a:spcPts val="0"/>
                        </a:spcAft>
                        <a:buClr>
                          <a:schemeClr val="dk1"/>
                        </a:buClr>
                        <a:buSzPts val="1100"/>
                        <a:buFont typeface="Arial"/>
                        <a:buNone/>
                      </a:pPr>
                      <a:r>
                        <a:rPr b="1" lang="en-US" sz="1700" u="none" cap="none" strike="noStrike">
                          <a:solidFill>
                            <a:srgbClr val="004890"/>
                          </a:solidFill>
                        </a:rPr>
                        <a:t>SA</a:t>
                      </a:r>
                      <a:r>
                        <a:rPr b="1" lang="en-US" sz="1700" u="none" cap="none" strike="noStrike">
                          <a:solidFill>
                            <a:srgbClr val="E52026"/>
                          </a:solidFill>
                        </a:rPr>
                        <a:t>R</a:t>
                      </a:r>
                      <a:r>
                        <a:rPr b="1" lang="en-US" sz="1700" u="none" cap="none" strike="noStrike">
                          <a:solidFill>
                            <a:srgbClr val="004890"/>
                          </a:solidFill>
                        </a:rPr>
                        <a:t>AN SP</a:t>
                      </a:r>
                      <a:r>
                        <a:rPr b="1" lang="en-US" sz="1700" u="none" cap="none" strike="noStrike">
                          <a:solidFill>
                            <a:srgbClr val="E52026"/>
                          </a:solidFill>
                        </a:rPr>
                        <a:t>E</a:t>
                      </a:r>
                      <a:r>
                        <a:rPr b="1" lang="en-US" sz="1700" u="none" cap="none" strike="noStrike">
                          <a:solidFill>
                            <a:srgbClr val="004890"/>
                          </a:solidFill>
                        </a:rPr>
                        <a:t>SIFIK</a:t>
                      </a:r>
                      <a:endParaRPr b="1" sz="1600" u="none" cap="none" strike="noStrike">
                        <a:solidFill>
                          <a:srgbClr val="F1F3F4"/>
                        </a:solidFill>
                      </a:endParaRPr>
                    </a:p>
                  </a:txBody>
                  <a:tcPr marT="91425" marB="91425" marR="91425" marL="91425">
                    <a:solidFill>
                      <a:srgbClr val="FFC000"/>
                    </a:solidFill>
                  </a:tcPr>
                </a:tc>
                <a:tc>
                  <a:txBody>
                    <a:bodyPr/>
                    <a:lstStyle/>
                    <a:p>
                      <a:pPr indent="-330200" lvl="0" marL="457200" marR="0" rtl="0" algn="l">
                        <a:lnSpc>
                          <a:spcPct val="115000"/>
                        </a:lnSpc>
                        <a:spcBef>
                          <a:spcPts val="0"/>
                        </a:spcBef>
                        <a:spcAft>
                          <a:spcPts val="0"/>
                        </a:spcAft>
                        <a:buClr>
                          <a:schemeClr val="dk1"/>
                        </a:buClr>
                        <a:buSzPts val="1600"/>
                        <a:buFont typeface="Arial"/>
                        <a:buChar char="●"/>
                      </a:pPr>
                      <a:r>
                        <a:rPr lang="en-US" sz="1600" u="none" cap="none" strike="noStrike">
                          <a:solidFill>
                            <a:schemeClr val="dk1"/>
                          </a:solidFill>
                        </a:rPr>
                        <a:t>“Saya boleh berbagi satu ide yang mungkin bisa memperkuat sesi tanya jawab tadi?”</a:t>
                      </a:r>
                      <a:endParaRPr sz="1600" u="none" cap="none" strike="noStrike">
                        <a:solidFill>
                          <a:schemeClr val="dk1"/>
                        </a:solidFill>
                      </a:endParaRPr>
                    </a:p>
                    <a:p>
                      <a:pPr indent="-330200" lvl="0" marL="457200" marR="0" rtl="0" algn="l">
                        <a:lnSpc>
                          <a:spcPct val="115000"/>
                        </a:lnSpc>
                        <a:spcBef>
                          <a:spcPts val="0"/>
                        </a:spcBef>
                        <a:spcAft>
                          <a:spcPts val="0"/>
                        </a:spcAft>
                        <a:buClr>
                          <a:schemeClr val="dk1"/>
                        </a:buClr>
                        <a:buSzPts val="1600"/>
                        <a:buFont typeface="Arial"/>
                        <a:buChar char="●"/>
                      </a:pPr>
                      <a:r>
                        <a:rPr lang="en-US" sz="1600" u="none" cap="none" strike="noStrike">
                          <a:solidFill>
                            <a:schemeClr val="dk1"/>
                          </a:solidFill>
                        </a:rPr>
                        <a:t>"Bagaimana kalau minggu depan dicoba dengan memberikan contoh yang lebih dekat dengan pengalaman siswa</a:t>
                      </a:r>
                      <a:endParaRPr sz="1600" u="none" cap="none" strike="noStrike">
                        <a:solidFill>
                          <a:schemeClr val="dk1"/>
                        </a:solidFill>
                      </a:endParaRPr>
                    </a:p>
                  </a:txBody>
                  <a:tcPr marT="91425" marB="91425" marR="91425" marL="91425">
                    <a:solidFill>
                      <a:srgbClr val="F1F3F4"/>
                    </a:solidFill>
                  </a:tcPr>
                </a:tc>
              </a:tr>
              <a:tr h="1035650">
                <a:tc>
                  <a:txBody>
                    <a:bodyPr/>
                    <a:lstStyle/>
                    <a:p>
                      <a:pPr indent="0" lvl="0" marL="0" marR="0" rtl="0" algn="l">
                        <a:lnSpc>
                          <a:spcPct val="100000"/>
                        </a:lnSpc>
                        <a:spcBef>
                          <a:spcPts val="0"/>
                        </a:spcBef>
                        <a:spcAft>
                          <a:spcPts val="0"/>
                        </a:spcAft>
                        <a:buClr>
                          <a:schemeClr val="dk1"/>
                        </a:buClr>
                        <a:buSzPts val="1100"/>
                        <a:buFont typeface="Arial"/>
                        <a:buNone/>
                      </a:pPr>
                      <a:r>
                        <a:rPr b="1" lang="en-US" sz="1700" u="none" cap="none" strike="noStrike">
                          <a:solidFill>
                            <a:srgbClr val="004890"/>
                          </a:solidFill>
                        </a:rPr>
                        <a:t>RENCANA AK</a:t>
                      </a:r>
                      <a:r>
                        <a:rPr b="1" lang="en-US" sz="1700" u="none" cap="none" strike="noStrike">
                          <a:solidFill>
                            <a:srgbClr val="E52026"/>
                          </a:solidFill>
                        </a:rPr>
                        <a:t>SI</a:t>
                      </a:r>
                      <a:endParaRPr sz="1300" u="none" cap="none" strike="noStrike">
                        <a:solidFill>
                          <a:srgbClr val="E52026"/>
                        </a:solidFill>
                      </a:endParaRPr>
                    </a:p>
                    <a:p>
                      <a:pPr indent="0" lvl="0" marL="0" marR="0" rtl="0" algn="l">
                        <a:lnSpc>
                          <a:spcPct val="100000"/>
                        </a:lnSpc>
                        <a:spcBef>
                          <a:spcPts val="0"/>
                        </a:spcBef>
                        <a:spcAft>
                          <a:spcPts val="0"/>
                        </a:spcAft>
                        <a:buClr>
                          <a:srgbClr val="000000"/>
                        </a:buClr>
                        <a:buSzPts val="1600"/>
                        <a:buFont typeface="Arial"/>
                        <a:buNone/>
                      </a:pPr>
                      <a:r>
                        <a:t/>
                      </a:r>
                      <a:endParaRPr b="1" sz="1600" u="none" cap="none" strike="noStrike">
                        <a:solidFill>
                          <a:srgbClr val="F1F3F4"/>
                        </a:solidFill>
                      </a:endParaRPr>
                    </a:p>
                  </a:txBody>
                  <a:tcPr marT="91425" marB="91425" marR="91425" marL="91425">
                    <a:solidFill>
                      <a:srgbClr val="FFC000"/>
                    </a:solidFill>
                  </a:tcPr>
                </a:tc>
                <a:tc>
                  <a:txBody>
                    <a:bodyPr/>
                    <a:lstStyle/>
                    <a:p>
                      <a:pPr indent="-330200" lvl="0" marL="457200" marR="0" rtl="0" algn="l">
                        <a:lnSpc>
                          <a:spcPct val="115000"/>
                        </a:lnSpc>
                        <a:spcBef>
                          <a:spcPts val="0"/>
                        </a:spcBef>
                        <a:spcAft>
                          <a:spcPts val="0"/>
                        </a:spcAft>
                        <a:buClr>
                          <a:schemeClr val="dk1"/>
                        </a:buClr>
                        <a:buSzPts val="1600"/>
                        <a:buFont typeface="Arial"/>
                        <a:buChar char="●"/>
                      </a:pPr>
                      <a:r>
                        <a:rPr lang="en-US" sz="1600" u="none" cap="none" strike="noStrike">
                          <a:solidFill>
                            <a:schemeClr val="dk1"/>
                          </a:solidFill>
                        </a:rPr>
                        <a:t>"Dukungan apa yang Bapak/Ibu butuhkan untuk pertemuan berikutnya?"</a:t>
                      </a:r>
                      <a:endParaRPr sz="1600" u="none" cap="none" strike="noStrike">
                        <a:solidFill>
                          <a:schemeClr val="dk1"/>
                        </a:solidFill>
                      </a:endParaRPr>
                    </a:p>
                    <a:p>
                      <a:pPr indent="-330200" lvl="0" marL="457200" marR="0" rtl="0" algn="l">
                        <a:lnSpc>
                          <a:spcPct val="115000"/>
                        </a:lnSpc>
                        <a:spcBef>
                          <a:spcPts val="0"/>
                        </a:spcBef>
                        <a:spcAft>
                          <a:spcPts val="0"/>
                        </a:spcAft>
                        <a:buClr>
                          <a:schemeClr val="dk1"/>
                        </a:buClr>
                        <a:buSzPts val="1600"/>
                        <a:buFont typeface="Arial"/>
                        <a:buChar char="●"/>
                      </a:pPr>
                      <a:r>
                        <a:rPr lang="en-US" sz="1600" u="none" cap="none" strike="noStrike">
                          <a:solidFill>
                            <a:schemeClr val="dk1"/>
                          </a:solidFill>
                        </a:rPr>
                        <a:t> "Mau kita sepakati kapan kita tindak lanjuti dan lihat perkembangannya bersama?"</a:t>
                      </a:r>
                      <a:endParaRPr sz="1600" u="none" cap="none" strike="noStrike">
                        <a:solidFill>
                          <a:schemeClr val="dk1"/>
                        </a:solidFill>
                      </a:endParaRPr>
                    </a:p>
                  </a:txBody>
                  <a:tcPr marT="91425" marB="91425" marR="91425" marL="91425">
                    <a:solidFill>
                      <a:srgbClr val="F1F3F4"/>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66c81cce41_0_142"/>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682" name="Google Shape;682;g366c81cce41_0_142"/>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683" name="Google Shape;683;g366c81cce41_0_142"/>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684" name="Google Shape;684;g366c81cce41_0_142"/>
          <p:cNvSpPr txBox="1"/>
          <p:nvPr/>
        </p:nvSpPr>
        <p:spPr>
          <a:xfrm>
            <a:off x="5322013"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685" name="Google Shape;685;g366c81cce41_0_142"/>
          <p:cNvSpPr txBox="1"/>
          <p:nvPr/>
        </p:nvSpPr>
        <p:spPr>
          <a:xfrm>
            <a:off x="7083850"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686" name="Google Shape;686;g366c81cce41_0_142"/>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687" name="Google Shape;687;g366c81cce41_0_142"/>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pic>
        <p:nvPicPr>
          <p:cNvPr id="688" name="Google Shape;688;g366c81cce41_0_142"/>
          <p:cNvPicPr preferRelativeResize="0"/>
          <p:nvPr/>
        </p:nvPicPr>
        <p:blipFill rotWithShape="1">
          <a:blip r:embed="rId3">
            <a:alphaModFix/>
          </a:blip>
          <a:srcRect b="0" l="0" r="0" t="0"/>
          <a:stretch/>
        </p:blipFill>
        <p:spPr>
          <a:xfrm>
            <a:off x="680850" y="641775"/>
            <a:ext cx="1295400" cy="723900"/>
          </a:xfrm>
          <a:prstGeom prst="rect">
            <a:avLst/>
          </a:prstGeom>
          <a:noFill/>
          <a:ln>
            <a:noFill/>
          </a:ln>
        </p:spPr>
      </p:pic>
      <p:sp>
        <p:nvSpPr>
          <p:cNvPr id="689" name="Google Shape;689;g366c81cce41_0_142"/>
          <p:cNvSpPr txBox="1"/>
          <p:nvPr/>
        </p:nvSpPr>
        <p:spPr>
          <a:xfrm>
            <a:off x="2340753" y="2507427"/>
            <a:ext cx="829200" cy="3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C78D8"/>
              </a:solidFill>
              <a:latin typeface="Arial"/>
              <a:ea typeface="Arial"/>
              <a:cs typeface="Arial"/>
              <a:sym typeface="Arial"/>
            </a:endParaRPr>
          </a:p>
        </p:txBody>
      </p:sp>
      <p:sp>
        <p:nvSpPr>
          <p:cNvPr id="690" name="Google Shape;690;g366c81cce41_0_142"/>
          <p:cNvSpPr txBox="1"/>
          <p:nvPr>
            <p:ph idx="4294967295" type="title"/>
          </p:nvPr>
        </p:nvSpPr>
        <p:spPr>
          <a:xfrm>
            <a:off x="2103150" y="582825"/>
            <a:ext cx="9368700" cy="7239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SzPct val="109089"/>
              <a:buNone/>
            </a:pPr>
            <a:r>
              <a:rPr lang="en-US" sz="3200">
                <a:solidFill>
                  <a:srgbClr val="004890"/>
                </a:solidFill>
              </a:rPr>
              <a:t>MENYUSUN PERTANYAAN BERMAKNA DALAM UMPAN BALIK PASCA OBSERVASI KELAS </a:t>
            </a:r>
            <a:endParaRPr sz="3200">
              <a:solidFill>
                <a:srgbClr val="004890"/>
              </a:solidFill>
            </a:endParaRPr>
          </a:p>
        </p:txBody>
      </p:sp>
      <p:graphicFrame>
        <p:nvGraphicFramePr>
          <p:cNvPr id="691" name="Google Shape;691;g366c81cce41_0_142"/>
          <p:cNvGraphicFramePr/>
          <p:nvPr/>
        </p:nvGraphicFramePr>
        <p:xfrm>
          <a:off x="861450" y="2533450"/>
          <a:ext cx="3000000" cy="3000000"/>
        </p:xfrm>
        <a:graphic>
          <a:graphicData uri="http://schemas.openxmlformats.org/drawingml/2006/table">
            <a:tbl>
              <a:tblPr>
                <a:noFill/>
                <a:tableStyleId>{3273B4D5-D216-4AAE-9CBB-608D30D2F6F5}</a:tableStyleId>
              </a:tblPr>
              <a:tblGrid>
                <a:gridCol w="2009225"/>
                <a:gridCol w="8097325"/>
              </a:tblGrid>
              <a:tr h="67222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4890"/>
                          </a:solidFill>
                        </a:rPr>
                        <a:t>REFL</a:t>
                      </a:r>
                      <a:r>
                        <a:rPr b="1" lang="en-US" sz="1700" u="none" cap="none" strike="noStrike">
                          <a:solidFill>
                            <a:srgbClr val="E52026"/>
                          </a:solidFill>
                        </a:rPr>
                        <a:t>EKS</a:t>
                      </a:r>
                      <a:r>
                        <a:rPr b="1" lang="en-US" sz="1700" u="none" cap="none" strike="noStrike">
                          <a:solidFill>
                            <a:srgbClr val="004890"/>
                          </a:solidFill>
                        </a:rPr>
                        <a:t>I</a:t>
                      </a:r>
                      <a:endParaRPr sz="1400" u="none" cap="none" strike="noStrike">
                        <a:solidFill>
                          <a:srgbClr val="004890"/>
                        </a:solidFill>
                      </a:endParaRPr>
                    </a:p>
                    <a:p>
                      <a:pPr indent="0" lvl="0" marL="0" marR="0" rtl="0" algn="l">
                        <a:lnSpc>
                          <a:spcPct val="100000"/>
                        </a:lnSpc>
                        <a:spcBef>
                          <a:spcPts val="0"/>
                        </a:spcBef>
                        <a:spcAft>
                          <a:spcPts val="0"/>
                        </a:spcAft>
                        <a:buClr>
                          <a:srgbClr val="000000"/>
                        </a:buClr>
                        <a:buSzPts val="1600"/>
                        <a:buFont typeface="Arial"/>
                        <a:buNone/>
                      </a:pPr>
                      <a:r>
                        <a:t/>
                      </a:r>
                      <a:endParaRPr b="1" sz="1600" u="none" cap="none" strike="noStrike">
                        <a:solidFill>
                          <a:srgbClr val="F1F3F4"/>
                        </a:solidFill>
                      </a:endParaRPr>
                    </a:p>
                  </a:txBody>
                  <a:tcPr marT="91425" marB="91425" marR="91425" marL="91425">
                    <a:solidFill>
                      <a:srgbClr val="FFC000"/>
                    </a:solidFill>
                  </a:tcPr>
                </a:tc>
                <a:tc>
                  <a:txBody>
                    <a:bodyPr/>
                    <a:lstStyle/>
                    <a:p>
                      <a:pPr indent="0" lvl="0" marL="0" marR="0" rtl="0" algn="l">
                        <a:lnSpc>
                          <a:spcPct val="115000"/>
                        </a:lnSpc>
                        <a:spcBef>
                          <a:spcPts val="0"/>
                        </a:spcBef>
                        <a:spcAft>
                          <a:spcPts val="0"/>
                        </a:spcAft>
                        <a:buClr>
                          <a:srgbClr val="000000"/>
                        </a:buClr>
                        <a:buSzPts val="1600"/>
                        <a:buFont typeface="Arial"/>
                        <a:buNone/>
                      </a:pPr>
                      <a:r>
                        <a:t/>
                      </a:r>
                      <a:endParaRPr sz="1600" u="none" cap="none" strike="noStrike">
                        <a:solidFill>
                          <a:schemeClr val="dk1"/>
                        </a:solidFill>
                      </a:endParaRPr>
                    </a:p>
                  </a:txBody>
                  <a:tcPr marT="91425" marB="91425" marR="91425" marL="91425">
                    <a:solidFill>
                      <a:srgbClr val="F1F3F4"/>
                    </a:solidFill>
                  </a:tcPr>
                </a:tc>
              </a:tr>
              <a:tr h="914100">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4890"/>
                          </a:solidFill>
                        </a:rPr>
                        <a:t>EKSPLORASI </a:t>
                      </a:r>
                      <a:r>
                        <a:rPr b="1" lang="en-US" sz="1700" u="none" cap="none" strike="noStrike">
                          <a:solidFill>
                            <a:srgbClr val="E52026"/>
                          </a:solidFill>
                        </a:rPr>
                        <a:t>P</a:t>
                      </a:r>
                      <a:r>
                        <a:rPr b="1" lang="en-US" sz="1700" u="none" cap="none" strike="noStrike">
                          <a:solidFill>
                            <a:srgbClr val="004890"/>
                          </a:solidFill>
                        </a:rPr>
                        <a:t>OSITIF</a:t>
                      </a:r>
                      <a:endParaRPr b="1" sz="1600" u="none" cap="none" strike="noStrike">
                        <a:solidFill>
                          <a:srgbClr val="F1F3F4"/>
                        </a:solidFill>
                      </a:endParaRPr>
                    </a:p>
                  </a:txBody>
                  <a:tcPr marT="91425" marB="91425" marR="91425" marL="91425">
                    <a:solidFill>
                      <a:srgbClr val="FFC000"/>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1F3F4"/>
                    </a:solidFill>
                  </a:tcPr>
                </a:tc>
              </a:tr>
              <a:tr h="914100">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4890"/>
                          </a:solidFill>
                        </a:rPr>
                        <a:t>SA</a:t>
                      </a:r>
                      <a:r>
                        <a:rPr b="1" lang="en-US" sz="1700" u="none" cap="none" strike="noStrike">
                          <a:solidFill>
                            <a:srgbClr val="E52026"/>
                          </a:solidFill>
                        </a:rPr>
                        <a:t>R</a:t>
                      </a:r>
                      <a:r>
                        <a:rPr b="1" lang="en-US" sz="1700" u="none" cap="none" strike="noStrike">
                          <a:solidFill>
                            <a:srgbClr val="004890"/>
                          </a:solidFill>
                        </a:rPr>
                        <a:t>AN SP</a:t>
                      </a:r>
                      <a:r>
                        <a:rPr b="1" lang="en-US" sz="1700" u="none" cap="none" strike="noStrike">
                          <a:solidFill>
                            <a:srgbClr val="E52026"/>
                          </a:solidFill>
                        </a:rPr>
                        <a:t>E</a:t>
                      </a:r>
                      <a:r>
                        <a:rPr b="1" lang="en-US" sz="1700" u="none" cap="none" strike="noStrike">
                          <a:solidFill>
                            <a:srgbClr val="004890"/>
                          </a:solidFill>
                        </a:rPr>
                        <a:t>SIFIK</a:t>
                      </a:r>
                      <a:endParaRPr b="1" sz="1600" u="none" cap="none" strike="noStrike">
                        <a:solidFill>
                          <a:srgbClr val="F1F3F4"/>
                        </a:solidFill>
                      </a:endParaRPr>
                    </a:p>
                  </a:txBody>
                  <a:tcPr marT="91425" marB="91425" marR="91425" marL="91425">
                    <a:solidFill>
                      <a:srgbClr val="FFC000"/>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1F3F4"/>
                    </a:solidFill>
                  </a:tcPr>
                </a:tc>
              </a:tr>
              <a:tr h="914100">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4890"/>
                          </a:solidFill>
                        </a:rPr>
                        <a:t>RENCANA AK</a:t>
                      </a:r>
                      <a:r>
                        <a:rPr b="1" lang="en-US" sz="1700" u="none" cap="none" strike="noStrike">
                          <a:solidFill>
                            <a:srgbClr val="E52026"/>
                          </a:solidFill>
                        </a:rPr>
                        <a:t>SI</a:t>
                      </a:r>
                      <a:endParaRPr sz="1300" u="none" cap="none" strike="noStrike">
                        <a:solidFill>
                          <a:srgbClr val="E52026"/>
                        </a:solidFill>
                      </a:endParaRPr>
                    </a:p>
                    <a:p>
                      <a:pPr indent="0" lvl="0" marL="0" marR="0" rtl="0" algn="l">
                        <a:lnSpc>
                          <a:spcPct val="100000"/>
                        </a:lnSpc>
                        <a:spcBef>
                          <a:spcPts val="0"/>
                        </a:spcBef>
                        <a:spcAft>
                          <a:spcPts val="0"/>
                        </a:spcAft>
                        <a:buClr>
                          <a:srgbClr val="000000"/>
                        </a:buClr>
                        <a:buSzPts val="1600"/>
                        <a:buFont typeface="Arial"/>
                        <a:buNone/>
                      </a:pPr>
                      <a:r>
                        <a:t/>
                      </a:r>
                      <a:endParaRPr b="1" sz="1600" u="none" cap="none" strike="noStrike">
                        <a:solidFill>
                          <a:srgbClr val="F1F3F4"/>
                        </a:solidFill>
                      </a:endParaRPr>
                    </a:p>
                  </a:txBody>
                  <a:tcPr marT="91425" marB="91425" marR="91425" marL="91425">
                    <a:solidFill>
                      <a:srgbClr val="FFC000"/>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1F3F4"/>
                    </a:solidFill>
                  </a:tcPr>
                </a:tc>
              </a:tr>
            </a:tbl>
          </a:graphicData>
        </a:graphic>
      </p:graphicFrame>
      <p:sp>
        <p:nvSpPr>
          <p:cNvPr id="692" name="Google Shape;692;g366c81cce41_0_142"/>
          <p:cNvSpPr txBox="1"/>
          <p:nvPr/>
        </p:nvSpPr>
        <p:spPr>
          <a:xfrm>
            <a:off x="861450" y="1501150"/>
            <a:ext cx="10106700" cy="883500"/>
          </a:xfrm>
          <a:prstGeom prst="rect">
            <a:avLst/>
          </a:prstGeom>
          <a:noFill/>
          <a:ln cap="flat" cmpd="sng" w="9525">
            <a:solidFill>
              <a:srgbClr val="E52026"/>
            </a:solidFill>
            <a:prstDash val="dash"/>
            <a:round/>
            <a:headEnd len="sm" w="sm" type="none"/>
            <a:tailEnd len="sm" w="sm" type="none"/>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Selama 5 menit, buatlah contoh pertanyaan bermakna untuk setiap langkah coaching berikut.</a:t>
            </a:r>
            <a:endParaRPr b="1" i="0" sz="1600" u="none" cap="none" strike="noStrike">
              <a:solidFill>
                <a:schemeClr val="dk1"/>
              </a:solidFill>
              <a:latin typeface="Arial"/>
              <a:ea typeface="Arial"/>
              <a:cs typeface="Arial"/>
              <a:sym typeface="Arial"/>
            </a:endParaRPr>
          </a:p>
          <a:p>
            <a:pPr indent="0" lvl="0" marL="381000" marR="381000" rtl="0" algn="l">
              <a:lnSpc>
                <a:spcPct val="115000"/>
              </a:lnSpc>
              <a:spcBef>
                <a:spcPts val="1200"/>
              </a:spcBef>
              <a:spcAft>
                <a:spcPts val="1200"/>
              </a:spcAft>
              <a:buClr>
                <a:srgbClr val="000000"/>
              </a:buClr>
              <a:buSzPts val="1700"/>
              <a:buFont typeface="Arial"/>
              <a:buNone/>
            </a:pPr>
            <a:r>
              <a:rPr b="0" i="1" lang="en-US" sz="1700" u="none" cap="none" strike="noStrike">
                <a:solidFill>
                  <a:schemeClr val="dk1"/>
                </a:solidFill>
                <a:latin typeface="Arial"/>
                <a:ea typeface="Arial"/>
                <a:cs typeface="Arial"/>
                <a:sym typeface="Arial"/>
              </a:rPr>
              <a:t>(Gunakan pengalaman observasi bapak/ibu selama ini. Bisa berdiskusi secara berpasangan)</a:t>
            </a:r>
            <a:endParaRPr b="1" i="0" sz="1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20"/>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698" name="Google Shape;698;p20"/>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699" name="Google Shape;699;p20"/>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700" name="Google Shape;700;p20"/>
          <p:cNvSpPr txBox="1"/>
          <p:nvPr/>
        </p:nvSpPr>
        <p:spPr>
          <a:xfrm>
            <a:off x="5322013"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701" name="Google Shape;701;p20"/>
          <p:cNvSpPr txBox="1"/>
          <p:nvPr/>
        </p:nvSpPr>
        <p:spPr>
          <a:xfrm>
            <a:off x="7083850"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702" name="Google Shape;702;p20"/>
          <p:cNvSpPr txBox="1"/>
          <p:nvPr/>
        </p:nvSpPr>
        <p:spPr>
          <a:xfrm>
            <a:off x="8845688"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703" name="Google Shape;703;p20"/>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sp>
        <p:nvSpPr>
          <p:cNvPr id="704" name="Google Shape;704;p20"/>
          <p:cNvSpPr txBox="1"/>
          <p:nvPr/>
        </p:nvSpPr>
        <p:spPr>
          <a:xfrm>
            <a:off x="732550" y="3690257"/>
            <a:ext cx="9961500" cy="2401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Pak Mikael adalah guru kelas 5 yang sudah mengajar selama 8 tahun. Hari ini ia mengajar pelajaran Matematika dengan topik “Kelipatan dan Faktor”. Ia memulai pembelajaran dengan menjelaskan definisi kelipatan dan faktor menggunakan papan tulis. Setelah itu, ia memberikan soal latihan untuk dikerjakan secara individu. Suasana kelas cukup tenang, tetapi sebagian siswa terlihat tidak terlalu memahami penjelasan awal dan hanya menyalin tanpa bertanya. Pak Mikael lebih banyak berdiri di depan kelas, dan interaksi dua arah terbatas. Waktu pelajaran habis tanpa sesi diskusi atau tanya jawab. Observasi dilakukan oleh Pak Jafar, seorang pengawas sekolah yang sedang mendampingi program peningkatan pembelajaran.</a:t>
            </a:r>
            <a:endParaRPr b="0" i="0" sz="1400" u="none" cap="none" strike="noStrike">
              <a:solidFill>
                <a:srgbClr val="000000"/>
              </a:solidFill>
              <a:latin typeface="Arial"/>
              <a:ea typeface="Arial"/>
              <a:cs typeface="Arial"/>
              <a:sym typeface="Arial"/>
            </a:endParaRPr>
          </a:p>
        </p:txBody>
      </p:sp>
      <p:pic>
        <p:nvPicPr>
          <p:cNvPr id="705" name="Google Shape;705;p20"/>
          <p:cNvPicPr preferRelativeResize="0"/>
          <p:nvPr/>
        </p:nvPicPr>
        <p:blipFill rotWithShape="1">
          <a:blip r:embed="rId3">
            <a:alphaModFix/>
          </a:blip>
          <a:srcRect b="0" l="0" r="0" t="0"/>
          <a:stretch/>
        </p:blipFill>
        <p:spPr>
          <a:xfrm>
            <a:off x="845850" y="874350"/>
            <a:ext cx="786325" cy="802050"/>
          </a:xfrm>
          <a:prstGeom prst="rect">
            <a:avLst/>
          </a:prstGeom>
          <a:noFill/>
          <a:ln>
            <a:noFill/>
          </a:ln>
        </p:spPr>
      </p:pic>
      <p:sp>
        <p:nvSpPr>
          <p:cNvPr id="706" name="Google Shape;706;p20"/>
          <p:cNvSpPr txBox="1"/>
          <p:nvPr>
            <p:ph idx="4294967295" type="title"/>
          </p:nvPr>
        </p:nvSpPr>
        <p:spPr>
          <a:xfrm>
            <a:off x="1784575" y="457200"/>
            <a:ext cx="97842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sz="3300">
                <a:solidFill>
                  <a:srgbClr val="004890"/>
                </a:solidFill>
              </a:rPr>
              <a:t>KONSOLIDASI: BERMAIN PERAN </a:t>
            </a:r>
            <a:endParaRPr i="1" sz="3300">
              <a:solidFill>
                <a:srgbClr val="004890"/>
              </a:solidFill>
            </a:endParaRPr>
          </a:p>
        </p:txBody>
      </p:sp>
      <p:sp>
        <p:nvSpPr>
          <p:cNvPr id="707" name="Google Shape;707;p2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20"/>
          <p:cNvSpPr txBox="1"/>
          <p:nvPr/>
        </p:nvSpPr>
        <p:spPr>
          <a:xfrm>
            <a:off x="780536" y="1723811"/>
            <a:ext cx="9761700" cy="13068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700"/>
              <a:buFont typeface="Arial"/>
              <a:buNone/>
            </a:pPr>
            <a:r>
              <a:t/>
            </a:r>
            <a:endParaRPr b="1" i="1" sz="27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500"/>
              <a:buFont typeface="Arial"/>
              <a:buNone/>
            </a:pPr>
            <a:r>
              <a:rPr b="1" i="0" lang="en-US" sz="2500" u="none" cap="none" strike="noStrike">
                <a:solidFill>
                  <a:schemeClr val="dk1"/>
                </a:solidFill>
                <a:latin typeface="Arial"/>
                <a:ea typeface="Arial"/>
                <a:cs typeface="Arial"/>
                <a:sym typeface="Arial"/>
              </a:rPr>
              <a:t>Saling bergantian untuk menjadi coach dan coachee, lakukan </a:t>
            </a:r>
            <a:r>
              <a:rPr b="1" i="1" lang="en-US" sz="2500" u="none" cap="none" strike="noStrike">
                <a:solidFill>
                  <a:schemeClr val="dk1"/>
                </a:solidFill>
                <a:latin typeface="Arial"/>
                <a:ea typeface="Arial"/>
                <a:cs typeface="Arial"/>
                <a:sym typeface="Arial"/>
              </a:rPr>
              <a:t>coaching</a:t>
            </a:r>
            <a:r>
              <a:rPr b="1" i="0" lang="en-US" sz="2500" u="none" cap="none" strike="noStrike">
                <a:solidFill>
                  <a:schemeClr val="dk1"/>
                </a:solidFill>
                <a:latin typeface="Arial"/>
                <a:ea typeface="Arial"/>
                <a:cs typeface="Arial"/>
                <a:sym typeface="Arial"/>
              </a:rPr>
              <a:t> kepada guru tersebut dengan metode EKSPRESI.  </a:t>
            </a:r>
            <a:r>
              <a:rPr b="1" i="1" lang="en-US" sz="2900" u="none" cap="none" strike="noStrike">
                <a:solidFill>
                  <a:schemeClr val="dk1"/>
                </a:solidFill>
                <a:latin typeface="Arial"/>
                <a:ea typeface="Arial"/>
                <a:cs typeface="Arial"/>
                <a:sym typeface="Arial"/>
              </a:rPr>
              <a:t> </a:t>
            </a:r>
            <a:endParaRPr b="1" i="1" sz="1800" u="none" cap="none" strike="noStrike">
              <a:solidFill>
                <a:srgbClr val="000000"/>
              </a:solidFill>
              <a:latin typeface="Arial"/>
              <a:ea typeface="Arial"/>
              <a:cs typeface="Arial"/>
              <a:sym typeface="Arial"/>
            </a:endParaRPr>
          </a:p>
        </p:txBody>
      </p:sp>
      <p:sp>
        <p:nvSpPr>
          <p:cNvPr id="709" name="Google Shape;709;p20"/>
          <p:cNvSpPr txBox="1"/>
          <p:nvPr/>
        </p:nvSpPr>
        <p:spPr>
          <a:xfrm>
            <a:off x="721177" y="3212124"/>
            <a:ext cx="4928507" cy="42460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Skenario lain sebagai bahan latihan: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21"/>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715" name="Google Shape;715;p21"/>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716" name="Google Shape;716;p21"/>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717" name="Google Shape;717;p21"/>
          <p:cNvSpPr txBox="1"/>
          <p:nvPr/>
        </p:nvSpPr>
        <p:spPr>
          <a:xfrm>
            <a:off x="5322013"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718" name="Google Shape;718;p21"/>
          <p:cNvSpPr txBox="1"/>
          <p:nvPr/>
        </p:nvSpPr>
        <p:spPr>
          <a:xfrm>
            <a:off x="7083850"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719" name="Google Shape;719;p21"/>
          <p:cNvSpPr txBox="1"/>
          <p:nvPr/>
        </p:nvSpPr>
        <p:spPr>
          <a:xfrm>
            <a:off x="8845688"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720" name="Google Shape;720;p21"/>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pic>
        <p:nvPicPr>
          <p:cNvPr id="721" name="Google Shape;721;p21"/>
          <p:cNvPicPr preferRelativeResize="0"/>
          <p:nvPr/>
        </p:nvPicPr>
        <p:blipFill rotWithShape="1">
          <a:blip r:embed="rId3">
            <a:alphaModFix/>
          </a:blip>
          <a:srcRect b="0" l="0" r="0" t="0"/>
          <a:stretch/>
        </p:blipFill>
        <p:spPr>
          <a:xfrm>
            <a:off x="845850" y="874350"/>
            <a:ext cx="786325" cy="802050"/>
          </a:xfrm>
          <a:prstGeom prst="rect">
            <a:avLst/>
          </a:prstGeom>
          <a:noFill/>
          <a:ln>
            <a:noFill/>
          </a:ln>
        </p:spPr>
      </p:pic>
      <p:sp>
        <p:nvSpPr>
          <p:cNvPr id="722" name="Google Shape;722;p21"/>
          <p:cNvSpPr txBox="1"/>
          <p:nvPr>
            <p:ph idx="4294967295" type="title"/>
          </p:nvPr>
        </p:nvSpPr>
        <p:spPr>
          <a:xfrm>
            <a:off x="1784575" y="533400"/>
            <a:ext cx="97842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sz="3300">
                <a:solidFill>
                  <a:srgbClr val="004890"/>
                </a:solidFill>
              </a:rPr>
              <a:t>KRITERIA SUKSES</a:t>
            </a:r>
            <a:endParaRPr i="1" sz="3300">
              <a:solidFill>
                <a:srgbClr val="004890"/>
              </a:solidFill>
            </a:endParaRPr>
          </a:p>
        </p:txBody>
      </p:sp>
      <p:sp>
        <p:nvSpPr>
          <p:cNvPr id="723" name="Google Shape;723;p2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21"/>
          <p:cNvSpPr txBox="1"/>
          <p:nvPr/>
        </p:nvSpPr>
        <p:spPr>
          <a:xfrm>
            <a:off x="845850" y="2241625"/>
            <a:ext cx="83529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36363"/>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25" name="Google Shape;725;p21"/>
          <p:cNvSpPr/>
          <p:nvPr/>
        </p:nvSpPr>
        <p:spPr>
          <a:xfrm>
            <a:off x="970800" y="2394175"/>
            <a:ext cx="536400" cy="507600"/>
          </a:xfrm>
          <a:prstGeom prst="roundRect">
            <a:avLst>
              <a:gd fmla="val 16667" name="adj"/>
            </a:avLst>
          </a:prstGeom>
          <a:solidFill>
            <a:srgbClr val="F3F3F3"/>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726" name="Google Shape;726;p21"/>
          <p:cNvSpPr txBox="1"/>
          <p:nvPr/>
        </p:nvSpPr>
        <p:spPr>
          <a:xfrm>
            <a:off x="1795825" y="1842175"/>
            <a:ext cx="9761700" cy="13068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700"/>
              <a:buFont typeface="Arial"/>
              <a:buNone/>
            </a:pPr>
            <a:r>
              <a:t/>
            </a:r>
            <a:endParaRPr b="0" i="1" sz="27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500"/>
              <a:buFont typeface="Arial"/>
              <a:buNone/>
            </a:pPr>
            <a:r>
              <a:rPr b="0" i="0" lang="en-US" sz="2500" u="none" cap="none" strike="noStrike">
                <a:solidFill>
                  <a:schemeClr val="dk1"/>
                </a:solidFill>
                <a:latin typeface="Arial"/>
                <a:ea typeface="Arial"/>
                <a:cs typeface="Arial"/>
                <a:sym typeface="Arial"/>
              </a:rPr>
              <a:t>Apakah saya sudah melakukan langkah-langkah: </a:t>
            </a:r>
            <a:endParaRPr b="0" i="0" sz="25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500"/>
              <a:buFont typeface="Arial"/>
              <a:buNone/>
            </a:pPr>
            <a:r>
              <a:rPr b="0" i="0" lang="en-US" sz="2500" u="none" cap="none" strike="noStrike">
                <a:solidFill>
                  <a:schemeClr val="dk1"/>
                </a:solidFill>
                <a:latin typeface="Arial"/>
                <a:ea typeface="Arial"/>
                <a:cs typeface="Arial"/>
                <a:sym typeface="Arial"/>
              </a:rPr>
              <a:t>Refl</a:t>
            </a:r>
            <a:r>
              <a:rPr b="1" i="0" lang="en-US" sz="2500" u="none" cap="none" strike="noStrike">
                <a:solidFill>
                  <a:schemeClr val="dk1"/>
                </a:solidFill>
                <a:latin typeface="Arial"/>
                <a:ea typeface="Arial"/>
                <a:cs typeface="Arial"/>
                <a:sym typeface="Arial"/>
              </a:rPr>
              <a:t>EKS</a:t>
            </a:r>
            <a:r>
              <a:rPr b="0" i="0" lang="en-US" sz="2500" u="none" cap="none" strike="noStrike">
                <a:solidFill>
                  <a:schemeClr val="dk1"/>
                </a:solidFill>
                <a:latin typeface="Arial"/>
                <a:ea typeface="Arial"/>
                <a:cs typeface="Arial"/>
                <a:sym typeface="Arial"/>
              </a:rPr>
              <a:t>i, Eksplorasi </a:t>
            </a:r>
            <a:r>
              <a:rPr b="1" i="0" lang="en-US" sz="2500" u="none" cap="none" strike="noStrike">
                <a:solidFill>
                  <a:schemeClr val="dk1"/>
                </a:solidFill>
                <a:latin typeface="Arial"/>
                <a:ea typeface="Arial"/>
                <a:cs typeface="Arial"/>
                <a:sym typeface="Arial"/>
              </a:rPr>
              <a:t>P</a:t>
            </a:r>
            <a:r>
              <a:rPr b="0" i="0" lang="en-US" sz="2500" u="none" cap="none" strike="noStrike">
                <a:solidFill>
                  <a:schemeClr val="dk1"/>
                </a:solidFill>
                <a:latin typeface="Arial"/>
                <a:ea typeface="Arial"/>
                <a:cs typeface="Arial"/>
                <a:sym typeface="Arial"/>
              </a:rPr>
              <a:t>ositif, Sa</a:t>
            </a:r>
            <a:r>
              <a:rPr b="1" i="0" lang="en-US" sz="2500" u="none" cap="none" strike="noStrike">
                <a:solidFill>
                  <a:schemeClr val="dk1"/>
                </a:solidFill>
                <a:latin typeface="Arial"/>
                <a:ea typeface="Arial"/>
                <a:cs typeface="Arial"/>
                <a:sym typeface="Arial"/>
              </a:rPr>
              <a:t>R</a:t>
            </a:r>
            <a:r>
              <a:rPr b="0" i="0" lang="en-US" sz="2500" u="none" cap="none" strike="noStrike">
                <a:solidFill>
                  <a:schemeClr val="dk1"/>
                </a:solidFill>
                <a:latin typeface="Arial"/>
                <a:ea typeface="Arial"/>
                <a:cs typeface="Arial"/>
                <a:sym typeface="Arial"/>
              </a:rPr>
              <a:t>an Sp</a:t>
            </a:r>
            <a:r>
              <a:rPr b="1" i="0" lang="en-US" sz="2500" u="none" cap="none" strike="noStrike">
                <a:solidFill>
                  <a:schemeClr val="dk1"/>
                </a:solidFill>
                <a:latin typeface="Arial"/>
                <a:ea typeface="Arial"/>
                <a:cs typeface="Arial"/>
                <a:sym typeface="Arial"/>
              </a:rPr>
              <a:t>E</a:t>
            </a:r>
            <a:r>
              <a:rPr b="0" i="0" lang="en-US" sz="2500" u="none" cap="none" strike="noStrike">
                <a:solidFill>
                  <a:schemeClr val="dk1"/>
                </a:solidFill>
                <a:latin typeface="Arial"/>
                <a:ea typeface="Arial"/>
                <a:cs typeface="Arial"/>
                <a:sym typeface="Arial"/>
              </a:rPr>
              <a:t>sifik, dan Rencana Ak</a:t>
            </a:r>
            <a:r>
              <a:rPr b="1" i="0" lang="en-US" sz="2500" u="none" cap="none" strike="noStrike">
                <a:solidFill>
                  <a:schemeClr val="dk1"/>
                </a:solidFill>
                <a:latin typeface="Arial"/>
                <a:ea typeface="Arial"/>
                <a:cs typeface="Arial"/>
                <a:sym typeface="Arial"/>
              </a:rPr>
              <a:t>SI</a:t>
            </a:r>
            <a:r>
              <a:rPr b="0" i="0" lang="en-US" sz="2500" u="none" cap="none" strike="noStrike">
                <a:solidFill>
                  <a:schemeClr val="dk1"/>
                </a:solidFill>
                <a:latin typeface="Arial"/>
                <a:ea typeface="Arial"/>
                <a:cs typeface="Arial"/>
                <a:sym typeface="Arial"/>
              </a:rPr>
              <a:t>?  </a:t>
            </a:r>
            <a:r>
              <a:rPr b="0" i="1" lang="en-US" sz="2900" u="none" cap="none" strike="noStrike">
                <a:solidFill>
                  <a:schemeClr val="dk1"/>
                </a:solidFill>
                <a:latin typeface="Arial"/>
                <a:ea typeface="Arial"/>
                <a:cs typeface="Arial"/>
                <a:sym typeface="Arial"/>
              </a:rPr>
              <a:t> </a:t>
            </a:r>
            <a:endParaRPr b="0" i="1" sz="1800" u="none" cap="none" strike="noStrike">
              <a:solidFill>
                <a:srgbClr val="000000"/>
              </a:solidFill>
              <a:latin typeface="Arial"/>
              <a:ea typeface="Arial"/>
              <a:cs typeface="Arial"/>
              <a:sym typeface="Arial"/>
            </a:endParaRPr>
          </a:p>
        </p:txBody>
      </p:sp>
      <p:sp>
        <p:nvSpPr>
          <p:cNvPr id="727" name="Google Shape;727;p21"/>
          <p:cNvSpPr txBox="1"/>
          <p:nvPr/>
        </p:nvSpPr>
        <p:spPr>
          <a:xfrm>
            <a:off x="845850" y="3548425"/>
            <a:ext cx="83529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36363"/>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28" name="Google Shape;728;p21"/>
          <p:cNvSpPr/>
          <p:nvPr/>
        </p:nvSpPr>
        <p:spPr>
          <a:xfrm>
            <a:off x="970800" y="3700975"/>
            <a:ext cx="536400" cy="507600"/>
          </a:xfrm>
          <a:prstGeom prst="roundRect">
            <a:avLst>
              <a:gd fmla="val 16667" name="adj"/>
            </a:avLst>
          </a:prstGeom>
          <a:solidFill>
            <a:srgbClr val="F3F3F3"/>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729" name="Google Shape;729;p21"/>
          <p:cNvSpPr txBox="1"/>
          <p:nvPr/>
        </p:nvSpPr>
        <p:spPr>
          <a:xfrm>
            <a:off x="1795825" y="3148975"/>
            <a:ext cx="9761700" cy="1251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700"/>
              <a:buFont typeface="Arial"/>
              <a:buNone/>
            </a:pPr>
            <a:r>
              <a:t/>
            </a:r>
            <a:endParaRPr b="0" i="1" sz="27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500"/>
              <a:buFont typeface="Arial"/>
              <a:buNone/>
            </a:pPr>
            <a:r>
              <a:rPr b="0" i="0" lang="en-US" sz="2500" u="none" cap="none" strike="noStrike">
                <a:solidFill>
                  <a:schemeClr val="dk1"/>
                </a:solidFill>
                <a:latin typeface="Arial"/>
                <a:ea typeface="Arial"/>
                <a:cs typeface="Arial"/>
                <a:sym typeface="Arial"/>
              </a:rPr>
              <a:t>Apakah pertanyaan yang saya ajukan sudah efektif </a:t>
            </a:r>
            <a:endParaRPr b="0" i="0" sz="25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500"/>
              <a:buFont typeface="Arial"/>
              <a:buNone/>
            </a:pPr>
            <a:r>
              <a:rPr b="0" i="1" lang="en-US" sz="2500" u="none" cap="none" strike="noStrike">
                <a:solidFill>
                  <a:schemeClr val="dk1"/>
                </a:solidFill>
                <a:latin typeface="Arial"/>
                <a:ea typeface="Arial"/>
                <a:cs typeface="Arial"/>
                <a:sym typeface="Arial"/>
              </a:rPr>
              <a:t>(mendapatkan respon dari coachee)</a:t>
            </a:r>
            <a:r>
              <a:rPr b="0" i="0" lang="en-US" sz="2500" u="none" cap="none" strike="noStrike">
                <a:solidFill>
                  <a:schemeClr val="dk1"/>
                </a:solidFill>
                <a:latin typeface="Arial"/>
                <a:ea typeface="Arial"/>
                <a:cs typeface="Arial"/>
                <a:sym typeface="Arial"/>
              </a:rPr>
              <a:t>?</a:t>
            </a:r>
            <a:r>
              <a:rPr b="0" i="1" lang="en-US" sz="2500" u="none" cap="none" strike="noStrike">
                <a:solidFill>
                  <a:schemeClr val="dk1"/>
                </a:solidFill>
                <a:latin typeface="Arial"/>
                <a:ea typeface="Arial"/>
                <a:cs typeface="Arial"/>
                <a:sym typeface="Arial"/>
              </a:rPr>
              <a:t> </a:t>
            </a:r>
            <a:endParaRPr b="0" i="1" sz="1800" u="none" cap="none" strike="noStrike">
              <a:solidFill>
                <a:srgbClr val="000000"/>
              </a:solidFill>
              <a:latin typeface="Arial"/>
              <a:ea typeface="Arial"/>
              <a:cs typeface="Arial"/>
              <a:sym typeface="Arial"/>
            </a:endParaRPr>
          </a:p>
        </p:txBody>
      </p:sp>
      <p:sp>
        <p:nvSpPr>
          <p:cNvPr id="730" name="Google Shape;730;p21"/>
          <p:cNvSpPr txBox="1"/>
          <p:nvPr/>
        </p:nvSpPr>
        <p:spPr>
          <a:xfrm>
            <a:off x="857100" y="4855225"/>
            <a:ext cx="83529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36363"/>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731" name="Google Shape;731;p21"/>
          <p:cNvSpPr/>
          <p:nvPr/>
        </p:nvSpPr>
        <p:spPr>
          <a:xfrm>
            <a:off x="982050" y="5007775"/>
            <a:ext cx="536400" cy="507600"/>
          </a:xfrm>
          <a:prstGeom prst="roundRect">
            <a:avLst>
              <a:gd fmla="val 16667" name="adj"/>
            </a:avLst>
          </a:prstGeom>
          <a:solidFill>
            <a:srgbClr val="F3F3F3"/>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732" name="Google Shape;732;p21"/>
          <p:cNvSpPr txBox="1"/>
          <p:nvPr/>
        </p:nvSpPr>
        <p:spPr>
          <a:xfrm>
            <a:off x="1807075" y="4455775"/>
            <a:ext cx="9761700" cy="1251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700"/>
              <a:buFont typeface="Arial"/>
              <a:buNone/>
            </a:pPr>
            <a:r>
              <a:t/>
            </a:r>
            <a:endParaRPr b="0" i="1" sz="27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500"/>
              <a:buFont typeface="Arial"/>
              <a:buNone/>
            </a:pPr>
            <a:r>
              <a:rPr b="0" i="0" lang="en-US" sz="2500" u="none" cap="none" strike="noStrike">
                <a:solidFill>
                  <a:schemeClr val="dk1"/>
                </a:solidFill>
                <a:latin typeface="Arial"/>
                <a:ea typeface="Arial"/>
                <a:cs typeface="Arial"/>
                <a:sym typeface="Arial"/>
              </a:rPr>
              <a:t>Apakah </a:t>
            </a:r>
            <a:r>
              <a:rPr b="0" i="1" lang="en-US" sz="2500" u="none" cap="none" strike="noStrike">
                <a:solidFill>
                  <a:schemeClr val="dk1"/>
                </a:solidFill>
                <a:latin typeface="Arial"/>
                <a:ea typeface="Arial"/>
                <a:cs typeface="Arial"/>
                <a:sym typeface="Arial"/>
              </a:rPr>
              <a:t>coachee</a:t>
            </a:r>
            <a:r>
              <a:rPr b="0" i="0" lang="en-US" sz="2500" u="none" cap="none" strike="noStrike">
                <a:solidFill>
                  <a:schemeClr val="dk1"/>
                </a:solidFill>
                <a:latin typeface="Arial"/>
                <a:ea typeface="Arial"/>
                <a:cs typeface="Arial"/>
                <a:sym typeface="Arial"/>
              </a:rPr>
              <a:t> mempunyai rencana tindak lanjut yang jelas </a:t>
            </a:r>
            <a:endParaRPr b="0" i="0" sz="25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500"/>
              <a:buFont typeface="Arial"/>
              <a:buNone/>
            </a:pPr>
            <a:r>
              <a:rPr b="0" i="0" lang="en-US" sz="2500" u="none" cap="none" strike="noStrike">
                <a:solidFill>
                  <a:schemeClr val="dk1"/>
                </a:solidFill>
                <a:latin typeface="Arial"/>
                <a:ea typeface="Arial"/>
                <a:cs typeface="Arial"/>
                <a:sym typeface="Arial"/>
              </a:rPr>
              <a:t>di akhir pembicaraan? </a:t>
            </a:r>
            <a:endParaRPr b="0" i="0" sz="25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g366c81cce41_0_212"/>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738" name="Google Shape;738;g366c81cce41_0_212"/>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739" name="Google Shape;739;g366c81cce41_0_212"/>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740" name="Google Shape;740;g366c81cce41_0_212"/>
          <p:cNvSpPr txBox="1"/>
          <p:nvPr/>
        </p:nvSpPr>
        <p:spPr>
          <a:xfrm>
            <a:off x="5322013"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741" name="Google Shape;741;g366c81cce41_0_212"/>
          <p:cNvSpPr txBox="1"/>
          <p:nvPr/>
        </p:nvSpPr>
        <p:spPr>
          <a:xfrm>
            <a:off x="7083850"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742" name="Google Shape;742;g366c81cce41_0_212"/>
          <p:cNvSpPr txBox="1"/>
          <p:nvPr/>
        </p:nvSpPr>
        <p:spPr>
          <a:xfrm>
            <a:off x="8845688" y="88400"/>
            <a:ext cx="1450500" cy="300000"/>
          </a:xfrm>
          <a:prstGeom prst="rect">
            <a:avLst/>
          </a:prstGeom>
          <a:solidFill>
            <a:srgbClr val="00489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743" name="Google Shape;743;g366c81cce41_0_212"/>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sp>
        <p:nvSpPr>
          <p:cNvPr id="744" name="Google Shape;744;g366c81cce41_0_21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45" name="Google Shape;745;g366c81cce41_0_212"/>
          <p:cNvPicPr preferRelativeResize="0"/>
          <p:nvPr/>
        </p:nvPicPr>
        <p:blipFill rotWithShape="1">
          <a:blip r:embed="rId3">
            <a:alphaModFix/>
          </a:blip>
          <a:srcRect b="0" l="0" r="0" t="0"/>
          <a:stretch/>
        </p:blipFill>
        <p:spPr>
          <a:xfrm>
            <a:off x="845850" y="1179150"/>
            <a:ext cx="786325" cy="802050"/>
          </a:xfrm>
          <a:prstGeom prst="rect">
            <a:avLst/>
          </a:prstGeom>
          <a:noFill/>
          <a:ln>
            <a:noFill/>
          </a:ln>
        </p:spPr>
      </p:pic>
      <p:sp>
        <p:nvSpPr>
          <p:cNvPr id="746" name="Google Shape;746;g366c81cce41_0_212"/>
          <p:cNvSpPr txBox="1"/>
          <p:nvPr>
            <p:ph idx="4294967295" type="title"/>
          </p:nvPr>
        </p:nvSpPr>
        <p:spPr>
          <a:xfrm>
            <a:off x="1798349" y="1338300"/>
            <a:ext cx="7524900" cy="642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SzPts val="3142"/>
              <a:buNone/>
            </a:pPr>
            <a:r>
              <a:t/>
            </a:r>
            <a:endParaRPr sz="3080">
              <a:solidFill>
                <a:srgbClr val="004890"/>
              </a:solidFill>
            </a:endParaRPr>
          </a:p>
          <a:p>
            <a:pPr indent="0" lvl="0" marL="0" rtl="0" algn="l">
              <a:lnSpc>
                <a:spcPct val="90000"/>
              </a:lnSpc>
              <a:spcBef>
                <a:spcPts val="0"/>
              </a:spcBef>
              <a:spcAft>
                <a:spcPts val="0"/>
              </a:spcAft>
              <a:buSzPts val="3142"/>
              <a:buNone/>
            </a:pPr>
            <a:r>
              <a:t/>
            </a:r>
            <a:endParaRPr sz="3080">
              <a:solidFill>
                <a:srgbClr val="004890"/>
              </a:solidFill>
            </a:endParaRPr>
          </a:p>
          <a:p>
            <a:pPr indent="0" lvl="0" marL="0" rtl="0" algn="l">
              <a:lnSpc>
                <a:spcPct val="90000"/>
              </a:lnSpc>
              <a:spcBef>
                <a:spcPts val="0"/>
              </a:spcBef>
              <a:spcAft>
                <a:spcPts val="0"/>
              </a:spcAft>
              <a:buSzPts val="3142"/>
              <a:buNone/>
            </a:pPr>
            <a:r>
              <a:rPr lang="en-US" sz="3080">
                <a:solidFill>
                  <a:srgbClr val="004890"/>
                </a:solidFill>
              </a:rPr>
              <a:t>KESIMPULAN: </a:t>
            </a:r>
            <a:r>
              <a:rPr b="1" lang="en-US" sz="3080">
                <a:solidFill>
                  <a:srgbClr val="004890"/>
                </a:solidFill>
              </a:rPr>
              <a:t>DAMPAK PENDEKATAN </a:t>
            </a:r>
            <a:r>
              <a:rPr lang="en-US" sz="3080">
                <a:solidFill>
                  <a:srgbClr val="004890"/>
                </a:solidFill>
              </a:rPr>
              <a:t>“</a:t>
            </a:r>
            <a:r>
              <a:rPr i="1" lang="en-US" sz="3080">
                <a:solidFill>
                  <a:srgbClr val="004890"/>
                </a:solidFill>
              </a:rPr>
              <a:t>COACHING</a:t>
            </a:r>
            <a:r>
              <a:rPr lang="en-US" sz="3080">
                <a:solidFill>
                  <a:srgbClr val="004890"/>
                </a:solidFill>
              </a:rPr>
              <a:t>”</a:t>
            </a:r>
            <a:r>
              <a:rPr b="1" lang="en-US" sz="3080">
                <a:solidFill>
                  <a:srgbClr val="004890"/>
                </a:solidFill>
              </a:rPr>
              <a:t>TERHADAP GURU</a:t>
            </a:r>
            <a:endParaRPr b="1" i="1" sz="3170">
              <a:solidFill>
                <a:srgbClr val="004890"/>
              </a:solidFill>
            </a:endParaRPr>
          </a:p>
        </p:txBody>
      </p:sp>
      <p:sp>
        <p:nvSpPr>
          <p:cNvPr id="747" name="Google Shape;747;g366c81cce41_0_212"/>
          <p:cNvSpPr txBox="1"/>
          <p:nvPr/>
        </p:nvSpPr>
        <p:spPr>
          <a:xfrm>
            <a:off x="845850" y="2399975"/>
            <a:ext cx="10114800" cy="1728900"/>
          </a:xfrm>
          <a:prstGeom prst="rect">
            <a:avLst/>
          </a:prstGeom>
          <a:noFill/>
          <a:ln>
            <a:noFill/>
          </a:ln>
        </p:spPr>
        <p:txBody>
          <a:bodyPr anchorCtr="0" anchor="t" bIns="91425" lIns="91425" spcFirstLastPara="1" rIns="91425" wrap="square" tIns="91425">
            <a:spAutoFit/>
          </a:bodyPr>
          <a:lstStyle/>
          <a:p>
            <a:pPr indent="-374650" lvl="0" marL="457200" marR="0" rtl="0" algn="just">
              <a:lnSpc>
                <a:spcPct val="100000"/>
              </a:lnSpc>
              <a:spcBef>
                <a:spcPts val="1200"/>
              </a:spcBef>
              <a:spcAft>
                <a:spcPts val="0"/>
              </a:spcAft>
              <a:buClr>
                <a:schemeClr val="dk1"/>
              </a:buClr>
              <a:buSzPts val="2300"/>
              <a:buFont typeface="Arial"/>
              <a:buChar char="●"/>
            </a:pPr>
            <a:r>
              <a:rPr b="0" i="0" lang="en-US" sz="2300" u="none" cap="none" strike="noStrike">
                <a:solidFill>
                  <a:schemeClr val="dk1"/>
                </a:solidFill>
                <a:latin typeface="Arial"/>
                <a:ea typeface="Arial"/>
                <a:cs typeface="Arial"/>
                <a:sym typeface="Arial"/>
              </a:rPr>
              <a:t>Bagaimana perubahan yang bisa terjadi jika guru merasa didampingi, bukan dinilai?</a:t>
            </a:r>
            <a:endParaRPr b="0" i="0" sz="2300" u="none" cap="none" strike="noStrike">
              <a:solidFill>
                <a:schemeClr val="dk1"/>
              </a:solidFill>
              <a:latin typeface="Arial"/>
              <a:ea typeface="Arial"/>
              <a:cs typeface="Arial"/>
              <a:sym typeface="Arial"/>
            </a:endParaRPr>
          </a:p>
          <a:p>
            <a:pPr indent="-374650" lvl="0" marL="457200" marR="0" rtl="0" algn="just">
              <a:lnSpc>
                <a:spcPct val="100000"/>
              </a:lnSpc>
              <a:spcBef>
                <a:spcPts val="1000"/>
              </a:spcBef>
              <a:spcAft>
                <a:spcPts val="0"/>
              </a:spcAft>
              <a:buClr>
                <a:schemeClr val="dk1"/>
              </a:buClr>
              <a:buSzPts val="2300"/>
              <a:buFont typeface="Arial"/>
              <a:buChar char="●"/>
            </a:pPr>
            <a:r>
              <a:rPr b="0" i="0" lang="en-US" sz="2300" u="none" cap="none" strike="noStrike">
                <a:solidFill>
                  <a:schemeClr val="dk1"/>
                </a:solidFill>
                <a:latin typeface="Arial"/>
                <a:ea typeface="Arial"/>
                <a:cs typeface="Arial"/>
                <a:sym typeface="Arial"/>
              </a:rPr>
              <a:t>Apa yang guru rasakan jika sesi observasi menjadi ruang percakapan yang aman dan membangun, bukan sesi evaluasi sepihak?</a:t>
            </a:r>
            <a:endParaRPr b="0" i="0" sz="2300" u="none" cap="none" strike="noStrike">
              <a:solidFill>
                <a:schemeClr val="dk1"/>
              </a:solidFill>
              <a:latin typeface="Arial"/>
              <a:ea typeface="Arial"/>
              <a:cs typeface="Arial"/>
              <a:sym typeface="Arial"/>
            </a:endParaRPr>
          </a:p>
        </p:txBody>
      </p:sp>
      <p:pic>
        <p:nvPicPr>
          <p:cNvPr id="748" name="Google Shape;748;g366c81cce41_0_212"/>
          <p:cNvPicPr preferRelativeResize="0"/>
          <p:nvPr/>
        </p:nvPicPr>
        <p:blipFill rotWithShape="1">
          <a:blip r:embed="rId4">
            <a:alphaModFix/>
          </a:blip>
          <a:srcRect b="0" l="0" r="0" t="0"/>
          <a:stretch/>
        </p:blipFill>
        <p:spPr>
          <a:xfrm>
            <a:off x="7819600" y="4088400"/>
            <a:ext cx="4070675" cy="2711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7"/>
          <p:cNvSpPr txBox="1"/>
          <p:nvPr/>
        </p:nvSpPr>
        <p:spPr>
          <a:xfrm>
            <a:off x="36500" y="88400"/>
            <a:ext cx="1450500" cy="300000"/>
          </a:xfrm>
          <a:prstGeom prst="rect">
            <a:avLst/>
          </a:prstGeom>
          <a:solidFill>
            <a:schemeClr val="accent3"/>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754" name="Google Shape;754;p17"/>
          <p:cNvSpPr txBox="1"/>
          <p:nvPr/>
        </p:nvSpPr>
        <p:spPr>
          <a:xfrm>
            <a:off x="1798338"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755" name="Google Shape;755;p17"/>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756" name="Google Shape;756;p17"/>
          <p:cNvSpPr txBox="1"/>
          <p:nvPr/>
        </p:nvSpPr>
        <p:spPr>
          <a:xfrm>
            <a:off x="5322013"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757" name="Google Shape;757;p17"/>
          <p:cNvSpPr txBox="1"/>
          <p:nvPr/>
        </p:nvSpPr>
        <p:spPr>
          <a:xfrm>
            <a:off x="7083850" y="88400"/>
            <a:ext cx="1450500" cy="300000"/>
          </a:xfrm>
          <a:prstGeom prst="rect">
            <a:avLst/>
          </a:prstGeom>
          <a:solidFill>
            <a:schemeClr val="accent3"/>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758" name="Google Shape;758;p17"/>
          <p:cNvSpPr txBox="1"/>
          <p:nvPr/>
        </p:nvSpPr>
        <p:spPr>
          <a:xfrm>
            <a:off x="8845688" y="88400"/>
            <a:ext cx="1450500" cy="300000"/>
          </a:xfrm>
          <a:prstGeom prst="rect">
            <a:avLst/>
          </a:prstGeom>
          <a:solidFill>
            <a:srgbClr val="0070C0"/>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759" name="Google Shape;759;p17"/>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sp>
        <p:nvSpPr>
          <p:cNvPr id="760" name="Google Shape;760;p17"/>
          <p:cNvSpPr txBox="1"/>
          <p:nvPr>
            <p:ph type="title"/>
          </p:nvPr>
        </p:nvSpPr>
        <p:spPr>
          <a:xfrm>
            <a:off x="631372" y="653143"/>
            <a:ext cx="10972800" cy="64299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491"/>
              <a:buNone/>
            </a:pPr>
            <a:r>
              <a:rPr b="1" lang="en-US" sz="3200">
                <a:solidFill>
                  <a:srgbClr val="004890"/>
                </a:solidFill>
              </a:rPr>
              <a:t>DARI EVALUATOR MENJADI MITRA PEMBELAJARAN</a:t>
            </a:r>
            <a:endParaRPr b="1" i="1" sz="3300">
              <a:solidFill>
                <a:srgbClr val="004890"/>
              </a:solidFill>
            </a:endParaRPr>
          </a:p>
        </p:txBody>
      </p:sp>
      <p:sp>
        <p:nvSpPr>
          <p:cNvPr id="761" name="Google Shape;761;p17"/>
          <p:cNvSpPr txBox="1"/>
          <p:nvPr/>
        </p:nvSpPr>
        <p:spPr>
          <a:xfrm>
            <a:off x="2340753" y="2507427"/>
            <a:ext cx="829200" cy="3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C78D8"/>
              </a:solidFill>
              <a:latin typeface="Arial"/>
              <a:ea typeface="Arial"/>
              <a:cs typeface="Arial"/>
              <a:sym typeface="Arial"/>
            </a:endParaRPr>
          </a:p>
        </p:txBody>
      </p:sp>
      <p:sp>
        <p:nvSpPr>
          <p:cNvPr id="762" name="Google Shape;762;p17"/>
          <p:cNvSpPr txBox="1"/>
          <p:nvPr/>
        </p:nvSpPr>
        <p:spPr>
          <a:xfrm>
            <a:off x="1803834" y="2360538"/>
            <a:ext cx="1247373" cy="97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100"/>
              <a:buFont typeface="Arial"/>
              <a:buNone/>
            </a:pPr>
            <a:r>
              <a:t/>
            </a:r>
            <a:endParaRPr b="1" i="0" sz="4100" u="none" cap="none" strike="noStrike">
              <a:solidFill>
                <a:srgbClr val="E52026"/>
              </a:solidFill>
              <a:latin typeface="Arial"/>
              <a:ea typeface="Arial"/>
              <a:cs typeface="Arial"/>
              <a:sym typeface="Arial"/>
            </a:endParaRPr>
          </a:p>
        </p:txBody>
      </p:sp>
      <p:sp>
        <p:nvSpPr>
          <p:cNvPr id="763" name="Google Shape;763;p17"/>
          <p:cNvSpPr txBox="1"/>
          <p:nvPr/>
        </p:nvSpPr>
        <p:spPr>
          <a:xfrm>
            <a:off x="3988318" y="2250907"/>
            <a:ext cx="652500" cy="97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100"/>
              <a:buFont typeface="Arial"/>
              <a:buNone/>
            </a:pPr>
            <a:r>
              <a:t/>
            </a:r>
            <a:endParaRPr b="1" i="0" sz="4100" u="none" cap="none" strike="noStrike">
              <a:solidFill>
                <a:srgbClr val="E52026"/>
              </a:solidFill>
              <a:latin typeface="Arial"/>
              <a:ea typeface="Arial"/>
              <a:cs typeface="Arial"/>
              <a:sym typeface="Arial"/>
            </a:endParaRPr>
          </a:p>
        </p:txBody>
      </p:sp>
      <p:sp>
        <p:nvSpPr>
          <p:cNvPr id="764" name="Google Shape;764;p17"/>
          <p:cNvSpPr txBox="1"/>
          <p:nvPr/>
        </p:nvSpPr>
        <p:spPr>
          <a:xfrm>
            <a:off x="6483827" y="2251332"/>
            <a:ext cx="1110505" cy="97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100"/>
              <a:buFont typeface="Arial"/>
              <a:buNone/>
            </a:pPr>
            <a:r>
              <a:t/>
            </a:r>
            <a:endParaRPr b="1" i="0" sz="4100" u="none" cap="none" strike="noStrike">
              <a:solidFill>
                <a:srgbClr val="E52026"/>
              </a:solidFill>
              <a:latin typeface="Arial"/>
              <a:ea typeface="Arial"/>
              <a:cs typeface="Arial"/>
              <a:sym typeface="Arial"/>
            </a:endParaRPr>
          </a:p>
        </p:txBody>
      </p:sp>
      <p:sp>
        <p:nvSpPr>
          <p:cNvPr id="765" name="Google Shape;765;p17"/>
          <p:cNvSpPr txBox="1"/>
          <p:nvPr/>
        </p:nvSpPr>
        <p:spPr>
          <a:xfrm>
            <a:off x="8645668" y="2457255"/>
            <a:ext cx="1085100" cy="97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100"/>
              <a:buFont typeface="Arial"/>
              <a:buNone/>
            </a:pPr>
            <a:r>
              <a:t/>
            </a:r>
            <a:endParaRPr b="1" i="0" sz="4100" u="none" cap="none" strike="noStrike">
              <a:solidFill>
                <a:srgbClr val="E52026"/>
              </a:solidFill>
              <a:latin typeface="Arial"/>
              <a:ea typeface="Arial"/>
              <a:cs typeface="Arial"/>
              <a:sym typeface="Arial"/>
            </a:endParaRPr>
          </a:p>
        </p:txBody>
      </p:sp>
      <p:sp>
        <p:nvSpPr>
          <p:cNvPr id="766" name="Google Shape;766;p17"/>
          <p:cNvSpPr txBox="1"/>
          <p:nvPr/>
        </p:nvSpPr>
        <p:spPr>
          <a:xfrm>
            <a:off x="674925" y="5430300"/>
            <a:ext cx="10907400" cy="73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100"/>
              <a:buFont typeface="Arial"/>
              <a:buNone/>
            </a:pPr>
            <a:r>
              <a:rPr b="1" i="1" lang="en-US" sz="2100" u="none" cap="none" strike="noStrike">
                <a:solidFill>
                  <a:srgbClr val="E52026"/>
                </a:solidFill>
                <a:latin typeface="Arial"/>
                <a:ea typeface="Arial"/>
                <a:cs typeface="Arial"/>
                <a:sym typeface="Arial"/>
              </a:rPr>
              <a:t>“Orang akan melupakan apa yang anda katakan, tapi tidak akan melupakan bagaimana Anda membuat mereka merasa.” – Maya Angelou</a:t>
            </a:r>
            <a:endParaRPr b="1" i="1" sz="2100" u="none" cap="none" strike="noStrike">
              <a:solidFill>
                <a:srgbClr val="E52026"/>
              </a:solidFill>
              <a:latin typeface="Arial"/>
              <a:ea typeface="Arial"/>
              <a:cs typeface="Arial"/>
              <a:sym typeface="Arial"/>
            </a:endParaRPr>
          </a:p>
        </p:txBody>
      </p:sp>
      <p:sp>
        <p:nvSpPr>
          <p:cNvPr id="767" name="Google Shape;767;p17"/>
          <p:cNvSpPr txBox="1"/>
          <p:nvPr>
            <p:ph idx="1" type="body"/>
          </p:nvPr>
        </p:nvSpPr>
        <p:spPr>
          <a:xfrm>
            <a:off x="674925" y="1709050"/>
            <a:ext cx="10972800" cy="3294000"/>
          </a:xfrm>
          <a:prstGeom prst="rect">
            <a:avLst/>
          </a:prstGeom>
          <a:noFill/>
          <a:ln cap="flat" cmpd="sng" w="28575">
            <a:solidFill>
              <a:schemeClr val="lt2"/>
            </a:solidFill>
            <a:prstDash val="solid"/>
            <a:round/>
            <a:headEnd len="sm" w="sm" type="none"/>
            <a:tailEnd len="sm" w="sm" type="none"/>
          </a:ln>
        </p:spPr>
        <p:txBody>
          <a:bodyPr anchorCtr="0" anchor="t" bIns="60925" lIns="121900" spcFirstLastPara="1" rIns="121900" wrap="square" tIns="60925">
            <a:noAutofit/>
          </a:bodyPr>
          <a:lstStyle/>
          <a:p>
            <a:pPr indent="-431800" lvl="0" marL="457200" rtl="0" algn="l">
              <a:lnSpc>
                <a:spcPct val="100000"/>
              </a:lnSpc>
              <a:spcBef>
                <a:spcPts val="1200"/>
              </a:spcBef>
              <a:spcAft>
                <a:spcPts val="0"/>
              </a:spcAft>
              <a:buSzPts val="3200"/>
              <a:buChar char="•"/>
            </a:pPr>
            <a:r>
              <a:rPr lang="en-US"/>
              <a:t>Peran Pengawas/KS kini lebih dari sekadar menilai. Kita hadir untuk memberdayakan, bukan hanya mengevaluasi.</a:t>
            </a:r>
            <a:endParaRPr/>
          </a:p>
          <a:p>
            <a:pPr indent="-431800" lvl="0" marL="457200" rtl="0" algn="l">
              <a:lnSpc>
                <a:spcPct val="100000"/>
              </a:lnSpc>
              <a:spcBef>
                <a:spcPts val="0"/>
              </a:spcBef>
              <a:spcAft>
                <a:spcPts val="0"/>
              </a:spcAft>
              <a:buSzPts val="3200"/>
              <a:buChar char="•"/>
            </a:pPr>
            <a:r>
              <a:rPr lang="en-US"/>
              <a:t>Coaching membuka ruang percakapan yang aman, reflektif dan membangun kesadaran diri guru.</a:t>
            </a:r>
            <a:endParaRPr/>
          </a:p>
          <a:p>
            <a:pPr indent="-431800" lvl="0" marL="457200" rtl="0" algn="l">
              <a:lnSpc>
                <a:spcPct val="100000"/>
              </a:lnSpc>
              <a:spcBef>
                <a:spcPts val="0"/>
              </a:spcBef>
              <a:spcAft>
                <a:spcPts val="0"/>
              </a:spcAft>
              <a:buSzPts val="3200"/>
              <a:buChar char="•"/>
            </a:pPr>
            <a:r>
              <a:rPr lang="en-US"/>
              <a:t>Dengan coaching, guru tidak hanya tahu apa yang harus diperbaiki, tapi juga mengerti kenapa dan bagaimana caranya.</a:t>
            </a:r>
            <a:endParaRPr/>
          </a:p>
          <a:p>
            <a:pPr indent="-431800" lvl="0" marL="457200" rtl="0" algn="l">
              <a:lnSpc>
                <a:spcPct val="100000"/>
              </a:lnSpc>
              <a:spcBef>
                <a:spcPts val="0"/>
              </a:spcBef>
              <a:spcAft>
                <a:spcPts val="0"/>
              </a:spcAft>
              <a:buSzPts val="3200"/>
              <a:buChar char="•"/>
            </a:pPr>
            <a:r>
              <a:rPr lang="en-US"/>
              <a:t>Langkah kecil dari satu percakapan bermakna setelah observasi.</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7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6D3A"/>
        </a:solidFill>
      </p:bgPr>
    </p:bg>
    <p:spTree>
      <p:nvGrpSpPr>
        <p:cNvPr id="771" name="Shape 771"/>
        <p:cNvGrpSpPr/>
        <p:nvPr/>
      </p:nvGrpSpPr>
      <p:grpSpPr>
        <a:xfrm>
          <a:off x="0" y="0"/>
          <a:ext cx="0" cy="0"/>
          <a:chOff x="0" y="0"/>
          <a:chExt cx="0" cy="0"/>
        </a:xfrm>
      </p:grpSpPr>
      <p:sp>
        <p:nvSpPr>
          <p:cNvPr id="772" name="Google Shape;772;p22"/>
          <p:cNvSpPr txBox="1"/>
          <p:nvPr>
            <p:ph idx="1" type="body"/>
          </p:nvPr>
        </p:nvSpPr>
        <p:spPr>
          <a:xfrm>
            <a:off x="1429721" y="2597659"/>
            <a:ext cx="9890700" cy="838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Arial"/>
              <a:buNone/>
            </a:pPr>
            <a:r>
              <a:rPr lang="en-US"/>
              <a:t>Apa rekan-rekan memiliki pertanyaan? </a:t>
            </a:r>
            <a:endParaRPr/>
          </a:p>
          <a:p>
            <a:pPr indent="0" lvl="0" marL="0" rtl="0" algn="l">
              <a:lnSpc>
                <a:spcPct val="100000"/>
              </a:lnSpc>
              <a:spcBef>
                <a:spcPts val="0"/>
              </a:spcBef>
              <a:spcAft>
                <a:spcPts val="0"/>
              </a:spcAft>
              <a:buClr>
                <a:schemeClr val="dk2"/>
              </a:buClr>
              <a:buSzPts val="3200"/>
              <a:buFont typeface="Arial"/>
              <a:buNone/>
            </a:pPr>
            <a:r>
              <a:t/>
            </a:r>
            <a:endParaRPr/>
          </a:p>
          <a:p>
            <a:pPr indent="0" lvl="0" marL="0" rtl="0" algn="l">
              <a:lnSpc>
                <a:spcPct val="100000"/>
              </a:lnSpc>
              <a:spcBef>
                <a:spcPts val="0"/>
              </a:spcBef>
              <a:spcAft>
                <a:spcPts val="0"/>
              </a:spcAft>
              <a:buClr>
                <a:schemeClr val="dk2"/>
              </a:buClr>
              <a:buSzPts val="3200"/>
              <a:buFont typeface="Arial"/>
              <a:buNone/>
            </a:pPr>
            <a:r>
              <a:rPr lang="en-US"/>
              <a:t> </a:t>
            </a:r>
            <a:endParaRPr/>
          </a:p>
        </p:txBody>
      </p:sp>
      <p:sp>
        <p:nvSpPr>
          <p:cNvPr id="773" name="Google Shape;773;p22"/>
          <p:cNvSpPr txBox="1"/>
          <p:nvPr>
            <p:ph type="title"/>
          </p:nvPr>
        </p:nvSpPr>
        <p:spPr>
          <a:xfrm>
            <a:off x="1150625" y="1542425"/>
            <a:ext cx="9085500" cy="838800"/>
          </a:xfrm>
          <a:prstGeom prst="rect">
            <a:avLst/>
          </a:prstGeom>
          <a:solidFill>
            <a:schemeClr val="lt1"/>
          </a:solid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lang="en-US">
                <a:solidFill>
                  <a:schemeClr val="dk2"/>
                </a:solidFill>
              </a:rPr>
              <a:t>RUANG BERTANYA</a:t>
            </a:r>
            <a:endParaRPr>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g366c81cce41_0_193"/>
          <p:cNvSpPr txBox="1"/>
          <p:nvPr>
            <p:ph idx="1" type="body"/>
          </p:nvPr>
        </p:nvSpPr>
        <p:spPr>
          <a:xfrm>
            <a:off x="1420150" y="2207875"/>
            <a:ext cx="4996800" cy="342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sz="2500">
                <a:extLst>
                  <a:ext uri="http://customooxmlschemas.google.com/">
                    <go:slidesCustomData xmlns:go="http://customooxmlschemas.google.com/" textRoundtripDataId="17"/>
                  </a:ext>
                </a:extLst>
              </a:rPr>
              <a:t>Saya dapat memahami prinsip utama pendekatan </a:t>
            </a:r>
            <a:r>
              <a:rPr i="1" lang="en-US" sz="2500">
                <a:extLst>
                  <a:ext uri="http://customooxmlschemas.google.com/">
                    <go:slidesCustomData xmlns:go="http://customooxmlschemas.google.com/" textRoundtripDataId="18"/>
                  </a:ext>
                </a:extLst>
              </a:rPr>
              <a:t>coaching</a:t>
            </a:r>
            <a:r>
              <a:rPr lang="en-US" sz="2500">
                <a:extLst>
                  <a:ext uri="http://customooxmlschemas.google.com/">
                    <go:slidesCustomData xmlns:go="http://customooxmlschemas.google.com/" textRoundtripDataId="19"/>
                  </a:ext>
                </a:extLst>
              </a:rPr>
              <a:t> </a:t>
            </a:r>
            <a:endParaRPr sz="2500">
              <a:extLst>
                <a:ext uri="http://customooxmlschemas.google.com/">
                  <go:slidesCustomData xmlns:go="http://customooxmlschemas.google.com/" textRoundtripDataId="20"/>
                </a:ext>
              </a:extLst>
            </a:endParaRPr>
          </a:p>
          <a:p>
            <a:pPr indent="0" lvl="0" marL="0" rtl="0" algn="l">
              <a:lnSpc>
                <a:spcPct val="100000"/>
              </a:lnSpc>
              <a:spcBef>
                <a:spcPts val="0"/>
              </a:spcBef>
              <a:spcAft>
                <a:spcPts val="0"/>
              </a:spcAft>
              <a:buSzPts val="1800"/>
              <a:buNone/>
            </a:pPr>
            <a:r>
              <a:t/>
            </a:r>
            <a:endParaRPr sz="2500">
              <a:extLst>
                <a:ext uri="http://customooxmlschemas.google.com/">
                  <go:slidesCustomData xmlns:go="http://customooxmlschemas.google.com/" textRoundtripDataId="21"/>
                </a:ext>
              </a:extLst>
            </a:endParaRPr>
          </a:p>
          <a:p>
            <a:pPr indent="0" lvl="0" marL="0" rtl="0" algn="l">
              <a:lnSpc>
                <a:spcPct val="100000"/>
              </a:lnSpc>
              <a:spcBef>
                <a:spcPts val="0"/>
              </a:spcBef>
              <a:spcAft>
                <a:spcPts val="0"/>
              </a:spcAft>
              <a:buSzPts val="1800"/>
              <a:buNone/>
            </a:pPr>
            <a:r>
              <a:t/>
            </a:r>
            <a:endParaRPr sz="2500">
              <a:extLst>
                <a:ext uri="http://customooxmlschemas.google.com/">
                  <go:slidesCustomData xmlns:go="http://customooxmlschemas.google.com/" textRoundtripDataId="22"/>
                </a:ext>
              </a:extLst>
            </a:endParaRPr>
          </a:p>
          <a:p>
            <a:pPr indent="0" lvl="0" marL="0" rtl="0" algn="l">
              <a:lnSpc>
                <a:spcPct val="100000"/>
              </a:lnSpc>
              <a:spcBef>
                <a:spcPts val="0"/>
              </a:spcBef>
              <a:spcAft>
                <a:spcPts val="0"/>
              </a:spcAft>
              <a:buClr>
                <a:schemeClr val="dk1"/>
              </a:buClr>
              <a:buSzPts val="1100"/>
              <a:buFont typeface="Arial"/>
              <a:buNone/>
            </a:pPr>
            <a:r>
              <a:rPr lang="en-US" sz="2500">
                <a:extLst>
                  <a:ext uri="http://customooxmlschemas.google.com/">
                    <go:slidesCustomData xmlns:go="http://customooxmlschemas.google.com/" textRoundtripDataId="23"/>
                  </a:ext>
                </a:extLst>
              </a:rPr>
              <a:t>Saya dapat menerapkan pendekatan coaching pasca observasi kelas</a:t>
            </a:r>
            <a:endParaRPr i="1" sz="2500"/>
          </a:p>
        </p:txBody>
      </p:sp>
      <p:pic>
        <p:nvPicPr>
          <p:cNvPr id="779" name="Google Shape;779;g366c81cce41_0_193"/>
          <p:cNvPicPr preferRelativeResize="0"/>
          <p:nvPr/>
        </p:nvPicPr>
        <p:blipFill rotWithShape="1">
          <a:blip r:embed="rId3">
            <a:alphaModFix/>
          </a:blip>
          <a:srcRect b="1949" l="32453" r="26074" t="0"/>
          <a:stretch/>
        </p:blipFill>
        <p:spPr>
          <a:xfrm>
            <a:off x="7103967" y="0"/>
            <a:ext cx="5164234" cy="6858000"/>
          </a:xfrm>
          <a:prstGeom prst="rect">
            <a:avLst/>
          </a:prstGeom>
          <a:noFill/>
          <a:ln>
            <a:noFill/>
          </a:ln>
        </p:spPr>
      </p:pic>
      <p:sp>
        <p:nvSpPr>
          <p:cNvPr id="780" name="Google Shape;780;g366c81cce41_0_193"/>
          <p:cNvSpPr txBox="1"/>
          <p:nvPr/>
        </p:nvSpPr>
        <p:spPr>
          <a:xfrm>
            <a:off x="36500" y="88400"/>
            <a:ext cx="1450500" cy="300000"/>
          </a:xfrm>
          <a:prstGeom prst="rect">
            <a:avLst/>
          </a:prstGeom>
          <a:solidFill>
            <a:srgbClr val="004890"/>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781" name="Google Shape;781;g366c81cce41_0_193"/>
          <p:cNvSpPr txBox="1"/>
          <p:nvPr/>
        </p:nvSpPr>
        <p:spPr>
          <a:xfrm>
            <a:off x="179833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782" name="Google Shape;782;g366c81cce41_0_193"/>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783" name="Google Shape;783;g366c81cce41_0_193"/>
          <p:cNvSpPr txBox="1"/>
          <p:nvPr/>
        </p:nvSpPr>
        <p:spPr>
          <a:xfrm>
            <a:off x="5322013"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784" name="Google Shape;784;g366c81cce41_0_193"/>
          <p:cNvSpPr txBox="1"/>
          <p:nvPr/>
        </p:nvSpPr>
        <p:spPr>
          <a:xfrm>
            <a:off x="7083850"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785" name="Google Shape;785;g366c81cce41_0_193"/>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786" name="Google Shape;786;g366c81cce41_0_193"/>
          <p:cNvSpPr txBox="1"/>
          <p:nvPr/>
        </p:nvSpPr>
        <p:spPr>
          <a:xfrm>
            <a:off x="10607526"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sp>
        <p:nvSpPr>
          <p:cNvPr id="787" name="Google Shape;787;g366c81cce41_0_193"/>
          <p:cNvSpPr txBox="1"/>
          <p:nvPr/>
        </p:nvSpPr>
        <p:spPr>
          <a:xfrm>
            <a:off x="1463200" y="726626"/>
            <a:ext cx="10972800" cy="1143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4890"/>
                </a:solidFill>
                <a:latin typeface="Arial"/>
                <a:ea typeface="Arial"/>
                <a:cs typeface="Arial"/>
                <a:sym typeface="Arial"/>
              </a:rPr>
              <a:t>TUJUAN </a:t>
            </a:r>
            <a:endParaRPr b="1" i="0" sz="3600" u="none" cap="none" strike="noStrike">
              <a:solidFill>
                <a:srgbClr val="004890"/>
              </a:solidFill>
              <a:latin typeface="Arial"/>
              <a:ea typeface="Arial"/>
              <a:cs typeface="Arial"/>
              <a:sym typeface="Arial"/>
            </a:endParaRPr>
          </a:p>
        </p:txBody>
      </p:sp>
      <p:pic>
        <p:nvPicPr>
          <p:cNvPr id="788" name="Google Shape;788;g366c81cce41_0_193"/>
          <p:cNvPicPr preferRelativeResize="0"/>
          <p:nvPr/>
        </p:nvPicPr>
        <p:blipFill rotWithShape="1">
          <a:blip r:embed="rId4">
            <a:alphaModFix/>
          </a:blip>
          <a:srcRect b="0" l="0" r="0" t="0"/>
          <a:stretch/>
        </p:blipFill>
        <p:spPr>
          <a:xfrm>
            <a:off x="551375" y="1164275"/>
            <a:ext cx="851750" cy="705350"/>
          </a:xfrm>
          <a:prstGeom prst="rect">
            <a:avLst/>
          </a:prstGeom>
          <a:noFill/>
          <a:ln>
            <a:noFill/>
          </a:ln>
        </p:spPr>
      </p:pic>
      <p:pic>
        <p:nvPicPr>
          <p:cNvPr descr="File:Bright green checkbox-checked.svg - Wikimedia Commons" id="789" name="Google Shape;789;g366c81cce41_0_193"/>
          <p:cNvPicPr preferRelativeResize="0"/>
          <p:nvPr/>
        </p:nvPicPr>
        <p:blipFill rotWithShape="1">
          <a:blip r:embed="rId5">
            <a:alphaModFix/>
          </a:blip>
          <a:srcRect b="0" l="0" r="0" t="0"/>
          <a:stretch/>
        </p:blipFill>
        <p:spPr>
          <a:xfrm>
            <a:off x="702425" y="2360275"/>
            <a:ext cx="536402" cy="536402"/>
          </a:xfrm>
          <a:prstGeom prst="rect">
            <a:avLst/>
          </a:prstGeom>
          <a:noFill/>
          <a:ln>
            <a:noFill/>
          </a:ln>
        </p:spPr>
      </p:pic>
      <p:pic>
        <p:nvPicPr>
          <p:cNvPr descr="File:Bright green checkbox-checked.svg - Wikimedia Commons" id="790" name="Google Shape;790;g366c81cce41_0_193"/>
          <p:cNvPicPr preferRelativeResize="0"/>
          <p:nvPr/>
        </p:nvPicPr>
        <p:blipFill rotWithShape="1">
          <a:blip r:embed="rId5">
            <a:alphaModFix/>
          </a:blip>
          <a:srcRect b="0" l="0" r="0" t="0"/>
          <a:stretch/>
        </p:blipFill>
        <p:spPr>
          <a:xfrm>
            <a:off x="702425" y="3960475"/>
            <a:ext cx="536402" cy="53640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890"/>
        </a:solidFill>
      </p:bgPr>
    </p:bg>
    <p:spTree>
      <p:nvGrpSpPr>
        <p:cNvPr id="794" name="Shape 794"/>
        <p:cNvGrpSpPr/>
        <p:nvPr/>
      </p:nvGrpSpPr>
      <p:grpSpPr>
        <a:xfrm>
          <a:off x="0" y="0"/>
          <a:ext cx="0" cy="0"/>
          <a:chOff x="0" y="0"/>
          <a:chExt cx="0" cy="0"/>
        </a:xfrm>
      </p:grpSpPr>
      <p:sp>
        <p:nvSpPr>
          <p:cNvPr id="795" name="Google Shape;795;p23"/>
          <p:cNvSpPr txBox="1"/>
          <p:nvPr>
            <p:ph idx="1" type="body"/>
          </p:nvPr>
        </p:nvSpPr>
        <p:spPr>
          <a:xfrm>
            <a:off x="1798350" y="2394425"/>
            <a:ext cx="9412200" cy="15975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lang="en-US" sz="2400">
                <a:solidFill>
                  <a:schemeClr val="lt1"/>
                </a:solidFill>
                <a:extLst>
                  <a:ext uri="http://customooxmlschemas.google.com/">
                    <go:slidesCustomData xmlns:go="http://customooxmlschemas.google.com/" textRoundtripDataId="24"/>
                  </a:ext>
                </a:extLst>
              </a:rPr>
              <a:t>Setelah memahami pendekatan </a:t>
            </a:r>
            <a:r>
              <a:rPr lang="en-US" sz="2400">
                <a:extLst>
                  <a:ext uri="http://customooxmlschemas.google.com/">
                    <go:slidesCustomData xmlns:go="http://customooxmlschemas.google.com/" textRoundtripDataId="25"/>
                  </a:ext>
                </a:extLst>
              </a:rPr>
              <a:t>coaching dalam umpan balik pasca observasi kelas. </a:t>
            </a:r>
            <a:endParaRPr sz="2400">
              <a:extLst>
                <a:ext uri="http://customooxmlschemas.google.com/">
                  <go:slidesCustomData xmlns:go="http://customooxmlschemas.google.com/" textRoundtripDataId="26"/>
                </a:ext>
              </a:extLst>
            </a:endParaRPr>
          </a:p>
          <a:p>
            <a:pPr indent="0" lvl="0" marL="0" rtl="0" algn="just">
              <a:lnSpc>
                <a:spcPct val="100000"/>
              </a:lnSpc>
              <a:spcBef>
                <a:spcPts val="0"/>
              </a:spcBef>
              <a:spcAft>
                <a:spcPts val="0"/>
              </a:spcAft>
              <a:buSzPts val="3200"/>
              <a:buNone/>
            </a:pPr>
            <a:r>
              <a:t/>
            </a:r>
            <a:endParaRPr sz="2400">
              <a:extLst>
                <a:ext uri="http://customooxmlschemas.google.com/">
                  <go:slidesCustomData xmlns:go="http://customooxmlschemas.google.com/" textRoundtripDataId="27"/>
                </a:ext>
              </a:extLst>
            </a:endParaRPr>
          </a:p>
          <a:p>
            <a:pPr indent="0" lvl="0" marL="0" rtl="0" algn="just">
              <a:lnSpc>
                <a:spcPct val="100000"/>
              </a:lnSpc>
              <a:spcBef>
                <a:spcPts val="0"/>
              </a:spcBef>
              <a:spcAft>
                <a:spcPts val="0"/>
              </a:spcAft>
              <a:buSzPts val="3200"/>
              <a:buNone/>
            </a:pPr>
            <a:r>
              <a:rPr lang="en-US" sz="2400"/>
              <a:t>Tuliskan tindak lanjut yang akan Bapak/Ibu lakukan di sekolah!</a:t>
            </a:r>
            <a:endParaRPr sz="2400"/>
          </a:p>
          <a:p>
            <a:pPr indent="0" lvl="0" marL="0" rtl="0" algn="just">
              <a:lnSpc>
                <a:spcPct val="100000"/>
              </a:lnSpc>
              <a:spcBef>
                <a:spcPts val="1000"/>
              </a:spcBef>
              <a:spcAft>
                <a:spcPts val="0"/>
              </a:spcAft>
              <a:buSzPts val="3200"/>
              <a:buNone/>
            </a:pPr>
            <a:r>
              <a:rPr i="1" lang="en-US" sz="2100"/>
              <a:t>contoh: Minggu depan saya akan melakukan observasi kelas kepada guru kelas 6, dan akan menggunakan pendekatan coaching EKSPRESI dalam sesi refleksi dan umpan balik.</a:t>
            </a:r>
            <a:endParaRPr i="1" sz="2100"/>
          </a:p>
        </p:txBody>
      </p:sp>
      <p:sp>
        <p:nvSpPr>
          <p:cNvPr id="796" name="Google Shape;796;p23"/>
          <p:cNvSpPr txBox="1"/>
          <p:nvPr>
            <p:ph type="title"/>
          </p:nvPr>
        </p:nvSpPr>
        <p:spPr>
          <a:xfrm>
            <a:off x="647850" y="976200"/>
            <a:ext cx="10896300" cy="768900"/>
          </a:xfrm>
          <a:prstGeom prst="rect">
            <a:avLst/>
          </a:prstGeom>
          <a:solidFill>
            <a:schemeClr val="lt1"/>
          </a:solid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Arial"/>
              <a:buNone/>
            </a:pPr>
            <a:r>
              <a:rPr lang="en-US">
                <a:solidFill>
                  <a:schemeClr val="dk1"/>
                </a:solidFill>
              </a:rPr>
              <a:t>RENCANA TINDAK LANJUT</a:t>
            </a:r>
            <a:endParaRPr>
              <a:solidFill>
                <a:schemeClr val="dk1"/>
              </a:solidFill>
            </a:endParaRPr>
          </a:p>
        </p:txBody>
      </p:sp>
      <p:sp>
        <p:nvSpPr>
          <p:cNvPr id="797" name="Google Shape;797;p23"/>
          <p:cNvSpPr txBox="1"/>
          <p:nvPr/>
        </p:nvSpPr>
        <p:spPr>
          <a:xfrm>
            <a:off x="36500" y="88400"/>
            <a:ext cx="1450500" cy="300000"/>
          </a:xfrm>
          <a:prstGeom prst="rect">
            <a:avLst/>
          </a:prstGeom>
          <a:solidFill>
            <a:srgbClr val="D0D0CF"/>
          </a:solidFill>
          <a:ln cap="flat" cmpd="sng" w="9525">
            <a:solidFill>
              <a:srgbClr val="FFFFFF"/>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Tujuan</a:t>
            </a:r>
            <a:endParaRPr b="1" i="1" sz="1500" u="none" cap="none" strike="noStrike">
              <a:solidFill>
                <a:srgbClr val="FFFFFF"/>
              </a:solidFill>
              <a:latin typeface="Arial"/>
              <a:ea typeface="Arial"/>
              <a:cs typeface="Arial"/>
              <a:sym typeface="Arial"/>
            </a:endParaRPr>
          </a:p>
        </p:txBody>
      </p:sp>
      <p:sp>
        <p:nvSpPr>
          <p:cNvPr id="798" name="Google Shape;798;p23"/>
          <p:cNvSpPr txBox="1"/>
          <p:nvPr/>
        </p:nvSpPr>
        <p:spPr>
          <a:xfrm>
            <a:off x="179833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Pemantik</a:t>
            </a:r>
            <a:endParaRPr b="1" i="1" sz="1500" u="none" cap="none" strike="noStrike">
              <a:solidFill>
                <a:srgbClr val="FFFFFF"/>
              </a:solidFill>
              <a:latin typeface="Arial"/>
              <a:ea typeface="Arial"/>
              <a:cs typeface="Arial"/>
              <a:sym typeface="Arial"/>
            </a:endParaRPr>
          </a:p>
        </p:txBody>
      </p:sp>
      <p:sp>
        <p:nvSpPr>
          <p:cNvPr id="799" name="Google Shape;799;p23"/>
          <p:cNvSpPr txBox="1"/>
          <p:nvPr/>
        </p:nvSpPr>
        <p:spPr>
          <a:xfrm>
            <a:off x="3560175"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Mengapa</a:t>
            </a:r>
            <a:endParaRPr b="1" i="1" sz="1500" u="none" cap="none" strike="noStrike">
              <a:solidFill>
                <a:srgbClr val="FFFFFF"/>
              </a:solidFill>
              <a:latin typeface="Arial"/>
              <a:ea typeface="Arial"/>
              <a:cs typeface="Arial"/>
              <a:sym typeface="Arial"/>
            </a:endParaRPr>
          </a:p>
        </p:txBody>
      </p:sp>
      <p:sp>
        <p:nvSpPr>
          <p:cNvPr id="800" name="Google Shape;800;p23"/>
          <p:cNvSpPr txBox="1"/>
          <p:nvPr/>
        </p:nvSpPr>
        <p:spPr>
          <a:xfrm>
            <a:off x="5322013"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Apa</a:t>
            </a:r>
            <a:endParaRPr b="1" i="1" sz="1500" u="none" cap="none" strike="noStrike">
              <a:solidFill>
                <a:srgbClr val="FFFFFF"/>
              </a:solidFill>
              <a:latin typeface="Arial"/>
              <a:ea typeface="Arial"/>
              <a:cs typeface="Arial"/>
              <a:sym typeface="Arial"/>
            </a:endParaRPr>
          </a:p>
        </p:txBody>
      </p:sp>
      <p:sp>
        <p:nvSpPr>
          <p:cNvPr id="801" name="Google Shape;801;p23"/>
          <p:cNvSpPr txBox="1"/>
          <p:nvPr/>
        </p:nvSpPr>
        <p:spPr>
          <a:xfrm>
            <a:off x="7083850"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Bagaimana</a:t>
            </a:r>
            <a:endParaRPr b="1" i="1" sz="1500" u="none" cap="none" strike="noStrike">
              <a:solidFill>
                <a:srgbClr val="FFFFFF"/>
              </a:solidFill>
              <a:latin typeface="Arial"/>
              <a:ea typeface="Arial"/>
              <a:cs typeface="Arial"/>
              <a:sym typeface="Arial"/>
            </a:endParaRPr>
          </a:p>
        </p:txBody>
      </p:sp>
      <p:sp>
        <p:nvSpPr>
          <p:cNvPr id="802" name="Google Shape;802;p23"/>
          <p:cNvSpPr txBox="1"/>
          <p:nvPr/>
        </p:nvSpPr>
        <p:spPr>
          <a:xfrm>
            <a:off x="8845688" y="88400"/>
            <a:ext cx="1450500" cy="300000"/>
          </a:xfrm>
          <a:prstGeom prst="rect">
            <a:avLst/>
          </a:prstGeom>
          <a:solidFill>
            <a:srgbClr val="D0D0CF"/>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Konsolidasi</a:t>
            </a:r>
            <a:endParaRPr b="1" i="1" sz="1500" u="none" cap="none" strike="noStrike">
              <a:solidFill>
                <a:srgbClr val="FFFFFF"/>
              </a:solidFill>
              <a:latin typeface="Arial"/>
              <a:ea typeface="Arial"/>
              <a:cs typeface="Arial"/>
              <a:sym typeface="Arial"/>
            </a:endParaRPr>
          </a:p>
        </p:txBody>
      </p:sp>
      <p:sp>
        <p:nvSpPr>
          <p:cNvPr id="803" name="Google Shape;803;p23"/>
          <p:cNvSpPr txBox="1"/>
          <p:nvPr/>
        </p:nvSpPr>
        <p:spPr>
          <a:xfrm>
            <a:off x="10607526" y="88400"/>
            <a:ext cx="1450500" cy="300000"/>
          </a:xfrm>
          <a:prstGeom prst="rect">
            <a:avLst/>
          </a:prstGeom>
          <a:solidFill>
            <a:srgbClr val="E52026"/>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FFFFFF"/>
                </a:solidFill>
                <a:latin typeface="Arial"/>
                <a:ea typeface="Arial"/>
                <a:cs typeface="Arial"/>
                <a:sym typeface="Arial"/>
              </a:rPr>
              <a:t>RTL</a:t>
            </a:r>
            <a:endParaRPr b="1" i="1" sz="1500" u="none" cap="none" strike="noStrike">
              <a:solidFill>
                <a:srgbClr val="FFFFFF"/>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pic>
        <p:nvPicPr>
          <p:cNvPr id="808" name="Google Shape;808;p24"/>
          <p:cNvPicPr preferRelativeResize="0"/>
          <p:nvPr>
            <p:ph idx="2" type="pic"/>
          </p:nvPr>
        </p:nvPicPr>
        <p:blipFill rotWithShape="1">
          <a:blip r:embed="rId3">
            <a:alphaModFix/>
          </a:blip>
          <a:srcRect b="3997" l="0" r="9023" t="13928"/>
          <a:stretch/>
        </p:blipFill>
        <p:spPr>
          <a:xfrm>
            <a:off x="0" y="0"/>
            <a:ext cx="12192004" cy="6187178"/>
          </a:xfrm>
          <a:prstGeom prst="rect">
            <a:avLst/>
          </a:prstGeom>
          <a:noFill/>
          <a:ln>
            <a:noFill/>
          </a:ln>
        </p:spPr>
      </p:pic>
      <p:sp>
        <p:nvSpPr>
          <p:cNvPr id="809" name="Google Shape;809;p24"/>
          <p:cNvSpPr/>
          <p:nvPr/>
        </p:nvSpPr>
        <p:spPr>
          <a:xfrm>
            <a:off x="0" y="5126400"/>
            <a:ext cx="12192000" cy="1731600"/>
          </a:xfrm>
          <a:prstGeom prst="rect">
            <a:avLst/>
          </a:prstGeom>
          <a:solidFill>
            <a:srgbClr val="0048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0" name="Google Shape;810;p24"/>
          <p:cNvSpPr txBox="1"/>
          <p:nvPr>
            <p:ph type="title"/>
          </p:nvPr>
        </p:nvSpPr>
        <p:spPr>
          <a:xfrm>
            <a:off x="5044611" y="4963530"/>
            <a:ext cx="6801600" cy="17316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Clr>
                <a:schemeClr val="lt1"/>
              </a:buClr>
              <a:buSzPts val="4400"/>
              <a:buFont typeface="Arial"/>
              <a:buNone/>
            </a:pPr>
            <a:r>
              <a:rPr lang="en-US" sz="4400"/>
              <a:t>TERIMA KASIH</a:t>
            </a:r>
            <a:endParaRPr/>
          </a:p>
        </p:txBody>
      </p:sp>
      <p:pic>
        <p:nvPicPr>
          <p:cNvPr id="811" name="Google Shape;811;p24"/>
          <p:cNvPicPr preferRelativeResize="0"/>
          <p:nvPr/>
        </p:nvPicPr>
        <p:blipFill rotWithShape="1">
          <a:blip r:embed="rId4">
            <a:alphaModFix/>
          </a:blip>
          <a:srcRect b="0" l="0" r="0" t="0"/>
          <a:stretch/>
        </p:blipFill>
        <p:spPr>
          <a:xfrm rot="-5400000">
            <a:off x="3757487" y="5334361"/>
            <a:ext cx="1797850" cy="17287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J Band_Update">
      <a:dk1>
        <a:srgbClr val="000000"/>
      </a:dk1>
      <a:lt1>
        <a:srgbClr val="FFFFFF"/>
      </a:lt1>
      <a:dk2>
        <a:srgbClr val="EF4028"/>
      </a:dk2>
      <a:lt2>
        <a:srgbClr val="EAEAEA"/>
      </a:lt2>
      <a:accent1>
        <a:srgbClr val="FBAE42"/>
      </a:accent1>
      <a:accent2>
        <a:srgbClr val="00AEC8"/>
      </a:accent2>
      <a:accent3>
        <a:srgbClr val="4E4E4E"/>
      </a:accent3>
      <a:accent4>
        <a:srgbClr val="00269A"/>
      </a:accent4>
      <a:accent5>
        <a:srgbClr val="00FFFF"/>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Stir">
      <a:dk1>
        <a:srgbClr val="000000"/>
      </a:dk1>
      <a:lt1>
        <a:srgbClr val="FFFFFF"/>
      </a:lt1>
      <a:dk2>
        <a:srgbClr val="E52026"/>
      </a:dk2>
      <a:lt2>
        <a:srgbClr val="FCAF22"/>
      </a:lt2>
      <a:accent1>
        <a:srgbClr val="93C83E"/>
      </a:accent1>
      <a:accent2>
        <a:srgbClr val="1D1C4E"/>
      </a:accent2>
      <a:accent3>
        <a:srgbClr val="D0D0CF"/>
      </a:accent3>
      <a:accent4>
        <a:srgbClr val="34C6F4"/>
      </a:accent4>
      <a:accent5>
        <a:srgbClr val="4D4D4D"/>
      </a:accent5>
      <a:accent6>
        <a:srgbClr val="808080"/>
      </a:accent6>
      <a:hlink>
        <a:srgbClr val="0647C1"/>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Stir">
      <a:dk1>
        <a:srgbClr val="000000"/>
      </a:dk1>
      <a:lt1>
        <a:srgbClr val="FFFFFF"/>
      </a:lt1>
      <a:dk2>
        <a:srgbClr val="E52026"/>
      </a:dk2>
      <a:lt2>
        <a:srgbClr val="FCAF22"/>
      </a:lt2>
      <a:accent1>
        <a:srgbClr val="93C83E"/>
      </a:accent1>
      <a:accent2>
        <a:srgbClr val="1D1C4E"/>
      </a:accent2>
      <a:accent3>
        <a:srgbClr val="D0D0CF"/>
      </a:accent3>
      <a:accent4>
        <a:srgbClr val="34C6F4"/>
      </a:accent4>
      <a:accent5>
        <a:srgbClr val="4D4D4D"/>
      </a:accent5>
      <a:accent6>
        <a:srgbClr val="808080"/>
      </a:accent6>
      <a:hlink>
        <a:srgbClr val="0647C1"/>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Malingkas Naibaho</dc:creator>
</cp:coreProperties>
</file>